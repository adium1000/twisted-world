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258" r:id="rId3"/>
    <p:sldId id="263" r:id="rId4"/>
    <p:sldId id="259" r:id="rId5"/>
    <p:sldId id="262" r:id="rId6"/>
    <p:sldId id="264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4D8E"/>
    <a:srgbClr val="1F3351"/>
    <a:srgbClr val="132644"/>
    <a:srgbClr val="3B4B65"/>
    <a:srgbClr val="004483"/>
    <a:srgbClr val="003457"/>
    <a:srgbClr val="003E79"/>
    <a:srgbClr val="394860"/>
    <a:srgbClr val="FF9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726" y="-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5T16:44:51.546"/>
    </inkml:context>
    <inkml:brush xml:id="br0">
      <inkml:brushProperty name="width" value="0.05" units="cm"/>
      <inkml:brushProperty name="height" value="0.05" units="cm"/>
      <inkml:brushProperty name="color" value="#3B4B65"/>
    </inkml:brush>
  </inkml:definitions>
  <inkml:trace contextRef="#ctx0" brushRef="#br0">56 66 9830,'1'-2'133,"-1"1"1,1-1-1,0 0 0,0 0 0,0 1 1,0-1-1,0 0 0,1 1 0,-1-1 1,0 1-1,1 0 0,-1-1 0,1 1 1,-1 0-1,1 0 0,0 0 0,0 0 0,1-1 1,-2 2-70,0 0 1,0 0-1,0 0 1,0-1-1,-1 1 1,1 0-1,0 0 1,0 1-1,0-1 1,0 0-1,0 0 1,-1 0-1,1 0 1,0 1-1,0-1 1,0 0-1,-1 1 1,1-1-1,0 1 1,-1-1-1,1 1 1,0-1-1,-1 1 1,1-1-1,0 1 1,-1 0-1,1-1 1,-1 1-1,1 0 1,-1-1-1,0 1 1,1 0-1,-1 0 1,0-1-1,1 1 1,-1 0-1,0 0 1,0 0-1,0 0 1,0-1-1,1 1 1,-2 1-1,6 16 1314,-4-14-1058,1 1 1,-1 0-1,0 0 0,0-1 0,-1 1 1,1 0-1,-1 0 0,0 0 0,-1 0 1,1 0-1,-2 5 0,2-10-283,0 1 1,0-1-1,0 1 0,-1-1 0,1 1 1,0-1-1,0 0 0,-1 1 0,1-1 1,0 1-1,-1-1 0,1 0 0,0 1 0,-1-1 1,1 0-1,0 0 0,-1 1 0,1-1 1,-1 0-1,1 0 0,-1 1 0,1-1 1,-1 0-1,1 0 0,0 0 0,-1 0 1,1 0-1,-1 0 0,1 0 0,-1 0 1,1 0-1,-1 0 0,1 0 0,-1 0 1,1 0-1,-1 0 0,1 0 0,-1 0 1,1-1-1,-1 1 0,1 0 0,0 0 1,-1 0-1,1-1 0,-1 1 0,1 0 1,0-1-1,-1 1 0,1-1 0,-2 0-71,1 0 0,0 0 0,0 0 0,0 0 0,0 0 0,0 0 0,0-1 0,1 1 0,-1 0 0,0-1 0,1 1 0,-1 0 0,1-1 0,-1 1 0,1-3 0,0 2-133,0-1 0,0 0 0,1 0 1,-1 1-1,1-1 0,0 0 0,0 0 1,0 1-1,0-1 0,0 1 0,0-1 1,4-4-1,-4 6 195,0 0 0,0-1 0,1 1 0,-1 0-1,0 0 1,0 0 0,1 0 0,-1 0 0,0 0 0,1 1 0,-1-1 0,1 0 0,0 1 0,-1-1-1,1 1 1,-1-1 0,1 1 0,0 0 0,-1 0 0,1-1 0,0 1 0,-1 0 0,1 0 0,2 1-1,-3 0 33,0-1 0,0 1-1,0 0 1,-1 0-1,1 0 1,0 0-1,0 0 1,0 0-1,-1 0 1,1 0-1,0 0 1,-1 0-1,1 0 1,-1 0-1,0 0 1,1 1-1,-1-1 1,0 0-1,1 0 1,-1 0-1,0 1 1,0-1-1,0 0 1,0 0-1,-1 1 1,1-1-1,0 2 1,-8 35 1449,7-36-1407,0 0-1,0 0 0,-1 0 1,1-1-1,-1 1 0,1-1 1,-1 1-1,0-1 0,0 1 1,0-1-1,0 0 1,0 0-1,0 0 0,0 0 1,-2 1-1,3-2-113,1 0 0,-1 0 0,1 1-1,-1-1 1,0 0 0,1 0 0,-1 0 0,0 1 0,0-1 0,1 0 0,-1 0-1,0 0 1,1 0 0,-1 0 0,0-1 0,1 1 0,-1 0 0,0 0-1,1 0 1,-1-1 0,0 1 0,1 0 0,-1 0 0,1-1 0,-1 1 0,1-1-1,-1 1 1,0 0 0,1-1 0,0 1 0,-1-1 0,1 1 0,-1-1 0,1 1-1,-1-1 1,1 0 0,0 1 0,0-1 0,-1 1 0,1-1 0,0 0-1,0 1 1,0-1 0,-1 0 0,1 1 0,0-1 0,0 0 0,0 1 0,0-1-1,1-1 1,-1-8-825,0 0 0,1 1 0,3-19 0,-3 26 729,-1 0-1,1-1 1,0 1 0,0-1 0,0 1 0,0 0-1,0 0 1,1 0 0,-1 0 0,1 0 0,-1 0-1,1 0 1,0 0 0,-1 0 0,1 1 0,0-1 0,0 1-1,0-1 1,1 1 0,3-2 0,-6 3 124,1-1 0,-1 1 0,0 0 0,0 0 0,0 0 0,1 0 0,-1 0 0,0 0 1,0 0-1,1 0 0,-1 0 0,0 0 0,0 0 0,0 0 0,1 0 0,-1 0 0,0 0 0,0 0 1,0 0-1,1 0 0,-1 0 0,0 1 0,0-1 0,0 0 0,1 0 0,-1 0 0,0 0 0,0 0 0,0 0 1,0 1-1,1-1 0,-1 0 0,0 0 0,0 0 0,0 0 0,0 1 0,0-1 0,0 0 0,0 0 0,0 0 1,1 1-1,-1 12 587,-8 11 414,8-23-964,-1-1-1,1 1 1,-1 0 0,1 0 0,-1 0-1,0-1 1,1 1 0,-1 0 0,0-1-1,0 1 1,1 0 0,-1-1-1,0 1 1,0-1 0,0 1 0,0-1-1,-1 1 1,2-1-59,-1 0 0,1 0-1,0 0 1,-1-1 0,1 1 0,0 0-1,-1 0 1,1 0 0,0 0 0,-1-1-1,1 1 1,0 0 0,-1 0 0,1-1-1,0 1 1,0 0 0,-1 0 0,1-1-1,0 1 1,0 0 0,0-1 0,-1 1-1,1 0 1,0-1 0,0 1 0,0 0-1,0-1 1,0 0 0,-1-1-124,0-1 0,1 1 0,0-1 0,-1 0 1,1 1-1,0-1 0,1 0 0,-1 1 0,0-1 0,1 1 0,0-4 1,0 3 29,0 1-1,1-1 1,-1 1 0,0 0 0,1-1 0,-1 1 0,1 0 0,0 0 0,0 0 0,0 0 0,2-1 0,-4 2 112,1 1-1,-1 0 0,0 0 1,0 0-1,1 0 0,-1 0 1,0-1-1,0 1 1,1 0-1,-1 0 0,0 0 1,0 0-1,1 0 0,-1 0 1,0 0-1,1 0 1,-1 0-1,0 0 0,0 0 1,1 0-1,-1 0 0,0 0 1,1 0-1,-1 1 0,0-1 1,0 0-1,1 0 1,-1 0-1,0 0 0,0 0 1,0 1-1,1-1 0,-1 0 1,0 0-1,1 1 1,-1 0 67,1 0 1,-1 1 0,1-1 0,-1 1 0,1-1 0,-1 1 0,0-1 0,0 1 0,0-1-1,0 1 1,0 1 0,0 8 476,0-1 0,-1 0 0,-1 0-1,1 0 1,-6 16 0,10-31 432,-1 2-1168,0 1-1,0-1 1,0 0-1,0 0 0,-1 0 1,0 0-1,1 0 1,-1 0-1,0 0 1,-1-1-1,2-2 1,-2 4 149,0 1 0,0 0 1,0 0-1,0 0 0,0-1 0,0 1 1,0 0-1,0 0 0,-1 0 1,1-1-1,0 1 0,-1 0 0,1 0 1,-1 0-1,1 0 0,-1 0 0,1 0 1,-1 0-1,0 0 0,0 0 1,0 0-1,1 0 0,-1 0 0,0 1 1,-2-2-1,0 1 168,0 0 0,0 0 0,0 1 0,0-1 1,0 1-1,-1 0 0,1 0 0,-4 1 0,-1-1-70,1 0 203,1 1 0,-1 1 0,1-1 1,-1 1-1,1 0 0,0 0 0,-1 1 1,1 0-1,0 0 0,1 0 0,-11 8 1,16-11-238,-1 1-1,0-1 1,1 1 0,-1-1 0,1 1 0,-1 0-1,0-1 1,1 1 0,0 0 0,-1 0 0,1-1-1,-1 1 1,1 0 0,0 0 0,0 0 0,-1 0-1,1-1 1,0 1 0,0 0 0,0 0 0,0 0-1,0 0 1,0 0 0,0-1 0,0 1 0,1 0-1,-1 0 1,0 0 0,1 1 0,0-1 38,0 0 0,0 1 0,1-1 0,-1 0 0,1 0 0,-1 0 0,1 0 0,-1 0 0,1-1 0,-1 1 1,1 0-1,0-1 0,2 2 0,6 0 222,0 0 1,0-1 0,19 1-1,-27-3-405,1 1-1,-1-1 1,1 0 0,-1 0-1,1 0 1,-1 0-1,0-1 1,0 1-1,0-1 1,1 1 0,-1-1-1,-1 0 1,1 0-1,0 0 1,0 0-1,-1 0 1,1 0-1,-1 0 1,0 0 0,1 0-1,-1-1 1,0 1-1,-1-1 1,1 1-1,0-1 1,-1 1 0,1-1-1,-1 1 1,0-1-1,0 1 1,0-1-1,0 0 1,-1-2 0,1 4 119,0 1 0,0 0 1,0-1-1,-1 1 0,1-1 1,0 1-1,0 0 0,-1-1 0,1 1 1,0 0-1,-1-1 0,1 1 1,0 0-1,-1 0 0,1-1 1,-1 1-1,1 0 0,0 0 1,-1 0-1,1-1 0,-1 1 1,1 0-1,0 0 0,-1 0 1,1 0-1,-1 0 0,1 0 1,-1 0-1,1 0 0,-1 0 1,1 0-1,-1 0 0,1 0 1,0 0-1,-1 0 0,1 1 1,-1-1-1,1 0 0,-1 0 1,1 0-1,0 1 0,-1-1 1,1 0-1,0 0 0,-1 1 1,1-1-1,0 0 0,-1 1 1,1-1-1,0 0 0,0 1 1,-1-1-1,1 1 0,-2 1 32,1-1-1,0 1 0,-1-1 0,1 1 1,0 0-1,0 0 0,0 0 0,0 0 1,0 0-1,0 2 0,-1 52 813,2-53-796,1 1-1,-1-1 0,0 1 1,1-1-1,0 0 1,0 1-1,0-1 0,0 0 1,0 0-1,1 1 0,0-1 1,-1 0-1,5 4 1,-6-6-47,1 0 1,0-1-1,-1 0 1,1 1-1,-1-1 1,1 1 0,0-1-1,0 0 1,-1 1-1,1-1 1,0 0-1,-1 1 1,1-1 0,0 0-1,0 0 1,0 0-1,-1 0 1,1 0-1,0 0 1,0 0 0,-1 0-1,1 0 1,0 0-1,0 0 1,-1-1-1,2 1 1,0-1-89,-1 0 0,1 0-1,-1 0 1,1 0 0,-1 0 0,1-1 0,-1 1-1,0 0 1,1-1 0,1-2 0,-1 1-201,0-1-1,0 1 1,0-1 0,0 0 0,-1 1 0,1-1 0,-1 0 0,0 0 0,1-6-1,-10-39-3091,1 19 1244,7 28 2058,0 0-1,0 0 1,-1-1-1,1 1 1,-1 0-1,0 0 0,0 0 1,0 0-1,0 0 1,0 0-1,0 0 1,0 1-1,0-1 1,-1 0-1,1 1 0,-1-1 1,0 1-1,1-1 1,-1 1-1,0 0 1,0-1-1,0 1 1,0 0-1,-2-1 0,-3 0 465,0 1-1,0 0 0,0 0 1,0 0-1,0 1 0,-8 0 0,10 0-225,-14-1 732,13 1-548,0-1 0,0 1 1,0 0-1,0 1 0,-10 1 1,63 2 2439,-28-5-1951,-16 0-732,-1 1 0,0-1 1,0 1-1,0 0 0,1 0 0,-1 0 0,0 1 1,0-1-1,0 0 0,1 1 0,-1-1 0,0 1 0,0 0 1,0 0-1,0 0 0,0 0 0,0 0 0,0 0 0,-1 0 1,1 0-1,0 1 0,-1-1 0,3 3 0,-2-2-108,0 1 0,0 0 0,0 0 0,0 1 0,0-1 0,-1 0 0,1 0 0,-1 1 0,0-1 0,0 1 0,0-1 0,-1 1 0,1 5 0,-2 49 0,0-57 0,1 0 0,-1-1 0,0 1 0,1 0 0,-1 0 0,0-1 0,0 1 0,0 0 0,0-1 0,1 1 0,-1-1 0,0 1 0,0-1 0,0 1 0,0-1 0,0 0 0,0 1 0,0-1 0,0 0 0,-1 0 0,1 0 0,0 0 0,0 0 0,0 0 0,0 0 0,0 0 0,-2 0 0,-32-4 0,32 3-63,0 0 0,1 1 0,-1-1 0,0 0 0,1 0 0,-1 0 0,1-1 0,0 1-1,-1-1 1,1 1 0,0-1 0,0 0 0,0 0 0,0 0 0,0 0 0,1 0 0,-1 0 0,1 0 0,-1 0-1,-1-5 1,2 5-47,1 0-1,0 0 0,0 1 0,0-1 1,0 0-1,0 1 0,0-1 0,0 0 1,1 0-1,-1 1 0,1-1 0,-1 0 1,1 1-1,0-1 0,0 1 0,-1-1 1,1 1-1,0-1 0,0 1 0,1 0 1,-1-1-1,0 1 0,0 0 0,1 0 1,-1 0-1,0 0 0,1 0 0,-1 0 1,1 0-1,0 0 0,-1 1 0,1-1 1,2 0-1,-2 0 176,0 0 0,1 0-1,-1 0 1,1 0 0,-1 0 0,1 1 0,0-1 0,-1 1 0,1 0-1,2-1 1,-4 1-51,-1 0 0,1 1 0,-1-1-1,0 0 1,1 0 0,-1 0-1,0 0 1,1 0 0,-1 1 0,1-1-1,-1 0 1,0 0 0,0 1 0,1-1-1,-1 0 1,0 0 0,1 1 0,-1-1-1,0 0 1,0 1 0,0-1 0,1 0-1,-1 1 1,0-1 0,0 0 0,0 1-1,-3 18 394,-6-2-43,6-13-350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5T17:44:35.482"/>
    </inkml:context>
    <inkml:brush xml:id="br0">
      <inkml:brushProperty name="width" value="0.05" units="cm"/>
      <inkml:brushProperty name="height" value="0.05" units="cm"/>
      <inkml:brushProperty name="color" value="#3B4B65"/>
    </inkml:brush>
  </inkml:definitions>
  <inkml:trace contextRef="#ctx0" brushRef="#br0">56 66 9830,'1'-2'133,"-1"1"1,1-1-1,0 0 0,0 0 0,0 1 1,0-1-1,0 0 0,1 1 0,-1-1 1,0 1-1,1 0 0,-1-1 0,1 1 1,-1 0-1,1 0 0,0 0 0,0 0 0,1-1 1,-2 2-70,0 0 1,0 0-1,0 0 1,0-1-1,-1 1 1,1 0-1,0 0 1,0 1-1,0-1 1,0 0-1,0 0 1,-1 0-1,1 0 1,0 1-1,0-1 1,0 0-1,-1 1 1,1-1-1,0 1 1,-1-1-1,1 1 1,0-1-1,-1 1 1,1-1-1,0 1 1,-1 0-1,1-1 1,-1 1-1,1 0 1,-1-1-1,0 1 1,1 0-1,-1 0 1,0-1-1,1 1 1,-1 0-1,0 0 1,0 0-1,0 0 1,0-1-1,1 1 1,-2 1-1,6 16 1314,-4-14-1058,1 1 1,-1 0-1,0 0 0,0-1 0,-1 1 1,1 0-1,-1 0 0,0 0 0,-1 0 1,1 0-1,-2 5 0,2-10-283,0 1 1,0-1-1,0 1 0,-1-1 0,1 1 1,0-1-1,0 0 0,-1 1 0,1-1 1,0 1-1,-1-1 0,1 0 0,0 1 0,-1-1 1,1 0-1,0 0 0,-1 1 0,1-1 1,-1 0-1,1 0 0,-1 1 0,1-1 1,-1 0-1,1 0 0,0 0 0,-1 0 1,1 0-1,-1 0 0,1 0 0,-1 0 1,1 0-1,-1 0 0,1 0 0,-1 0 1,1 0-1,-1 0 0,1 0 0,-1 0 1,1-1-1,-1 1 0,1 0 0,0 0 1,-1 0-1,1-1 0,-1 1 0,1 0 1,0-1-1,-1 1 0,1-1 0,-2 0-71,1 0 0,0 0 0,0 0 0,0 0 0,0 0 0,0 0 0,0-1 0,1 1 0,-1 0 0,0-1 0,1 1 0,-1 0 0,1-1 0,-1 1 0,1-3 0,0 2-133,0-1 0,0 0 0,1 0 1,-1 1-1,1-1 0,0 0 0,0 0 1,0 1-1,0-1 0,0 1 0,0-1 1,4-4-1,-4 6 195,0 0 0,0-1 0,1 1 0,-1 0-1,0 0 1,0 0 0,1 0 0,-1 0 0,0 0 0,1 1 0,-1-1 0,1 0 0,0 1 0,-1-1-1,1 1 1,-1-1 0,1 1 0,0 0 0,-1 0 0,1-1 0,0 1 0,-1 0 0,1 0 0,2 1-1,-3 0 33,0-1 0,0 1-1,0 0 1,-1 0-1,1 0 1,0 0-1,0 0 1,0 0-1,-1 0 1,1 0-1,0 0 1,-1 0-1,1 0 1,-1 0-1,0 0 1,1 1-1,-1-1 1,0 0-1,1 0 1,-1 0-1,0 1 1,0-1-1,0 0 1,0 0-1,-1 1 1,1-1-1,0 2 1,-8 35 1449,7-36-1407,0 0-1,0 0 0,-1 0 1,1-1-1,-1 1 0,1-1 1,-1 1-1,0-1 0,0 1 1,0-1-1,0 0 1,0 0-1,0 0 0,0 0 1,-2 1-1,3-2-113,1 0 0,-1 0 0,1 1-1,-1-1 1,0 0 0,1 0 0,-1 0 0,0 1 0,0-1 0,1 0 0,-1 0-1,0 0 1,1 0 0,-1 0 0,0-1 0,1 1 0,-1 0 0,0 0-1,1 0 1,-1-1 0,0 1 0,1 0 0,-1 0 0,1-1 0,-1 1 0,1-1-1,-1 1 1,0 0 0,1-1 0,0 1 0,-1-1 0,1 1 0,-1-1 0,1 1-1,-1-1 1,1 0 0,0 1 0,0-1 0,-1 1 0,1-1 0,0 0-1,0 1 1,0-1 0,-1 0 0,1 1 0,0-1 0,0 0 0,0 1 0,0-1-1,1-1 1,-1-8-825,0 0 0,1 1 0,3-19 0,-3 26 729,-1 0-1,1-1 1,0 1 0,0-1 0,0 1 0,0 0-1,0 0 1,1 0 0,-1 0 0,1 0 0,-1 0-1,1 0 1,0 0 0,-1 0 0,1 1 0,0-1 0,0 1-1,0-1 1,1 1 0,3-2 0,-6 3 124,1-1 0,-1 1 0,0 0 0,0 0 0,0 0 0,1 0 0,-1 0 0,0 0 1,0 0-1,1 0 0,-1 0 0,0 0 0,0 0 0,0 0 0,1 0 0,-1 0 0,0 0 0,0 0 1,0 0-1,1 0 0,-1 0 0,0 1 0,0-1 0,0 0 0,1 0 0,-1 0 0,0 0 0,0 0 0,0 0 1,0 1-1,1-1 0,-1 0 0,0 0 0,0 0 0,0 0 0,0 1 0,0-1 0,0 0 0,0 0 0,0 0 1,1 1-1,-1 12 587,-8 11 414,8-23-964,-1-1-1,1 1 1,-1 0 0,1 0 0,-1 0-1,0-1 1,1 1 0,-1 0 0,0-1-1,0 1 1,1 0 0,-1-1-1,0 1 1,0-1 0,0 1 0,0-1-1,-1 1 1,2-1-59,-1 0 0,1 0-1,0 0 1,-1-1 0,1 1 0,0 0-1,-1 0 1,1 0 0,0 0 0,-1-1-1,1 1 1,0 0 0,-1 0 0,1-1-1,0 1 1,0 0 0,-1 0 0,1-1-1,0 1 1,0 0 0,0-1 0,-1 1-1,1 0 1,0-1 0,0 1 0,0 0-1,0-1 1,0 0 0,-1-1-124,0-1 0,1 1 0,0-1 0,-1 0 1,1 1-1,0-1 0,1 0 0,-1 1 0,0-1 0,1 1 0,0-4 1,0 3 29,0 1-1,1-1 1,-1 1 0,0 0 0,1-1 0,-1 1 0,1 0 0,0 0 0,0 0 0,0 0 0,2-1 0,-4 2 112,1 1-1,-1 0 0,0 0 1,0 0-1,1 0 0,-1 0 1,0-1-1,0 1 1,1 0-1,-1 0 0,0 0 1,0 0-1,1 0 0,-1 0 1,0 0-1,1 0 1,-1 0-1,0 0 0,0 0 1,1 0-1,-1 0 0,0 0 1,1 0-1,-1 1 0,0-1 1,0 0-1,1 0 1,-1 0-1,0 0 0,0 0 1,0 1-1,1-1 0,-1 0 1,0 0-1,1 1 1,-1 0 67,1 0 1,-1 1 0,1-1 0,-1 1 0,1-1 0,-1 1 0,0-1 0,0 1 0,0-1-1,0 1 1,0 1 0,0 8 476,0-1 0,-1 0 0,-1 0-1,1 0 1,-6 16 0,10-31 432,-1 2-1168,0 1-1,0-1 1,0 0-1,0 0 0,-1 0 1,0 0-1,1 0 1,-1 0-1,0 0 1,-1-1-1,2-2 1,-2 4 149,0 1 0,0 0 1,0 0-1,0 0 0,0-1 0,0 1 1,0 0-1,0 0 0,-1 0 1,1-1-1,0 1 0,-1 0 0,1 0 1,-1 0-1,1 0 0,-1 0 0,1 0 1,-1 0-1,0 0 0,0 0 1,0 0-1,1 0 0,-1 0 0,0 1 1,-2-2-1,0 1 168,0 0 0,0 0 0,0 1 0,0-1 1,0 1-1,-1 0 0,1 0 0,-4 1 0,-1-1-70,1 0 203,1 1 0,-1 1 0,1-1 1,-1 1-1,1 0 0,0 0 0,-1 1 1,1 0-1,0 0 0,1 0 0,-11 8 1,16-11-238,-1 1-1,0-1 1,1 1 0,-1-1 0,1 1 0,-1 0-1,0-1 1,1 1 0,0 0 0,-1 0 0,1-1-1,-1 1 1,1 0 0,0 0 0,0 0 0,-1 0-1,1-1 1,0 1 0,0 0 0,0 0 0,0 0-1,0 0 1,0 0 0,0-1 0,0 1 0,1 0-1,-1 0 1,0 0 0,1 1 0,0-1 38,0 0 0,0 1 0,1-1 0,-1 0 0,1 0 0,-1 0 0,1 0 0,-1 0 0,1-1 0,-1 1 1,1 0-1,0-1 0,2 2 0,6 0 222,0 0 1,0-1 0,19 1-1,-27-3-405,1 1-1,-1-1 1,1 0 0,-1 0-1,1 0 1,-1 0-1,0-1 1,0 1-1,0-1 1,1 1 0,-1-1-1,-1 0 1,1 0-1,0 0 1,0 0-1,-1 0 1,1 0-1,-1 0 1,0 0 0,1 0-1,-1-1 1,0 1-1,-1-1 1,1 1-1,0-1 1,-1 1 0,1-1-1,-1 1 1,0-1-1,0 1 1,0-1-1,0 0 1,-1-2 0,1 4 119,0 1 0,0 0 1,0-1-1,-1 1 0,1-1 1,0 1-1,0 0 0,-1-1 0,1 1 1,0 0-1,-1-1 0,1 1 1,0 0-1,-1 0 0,1-1 1,-1 1-1,1 0 0,0 0 1,-1 0-1,1-1 0,-1 1 1,1 0-1,0 0 0,-1 0 1,1 0-1,-1 0 0,1 0 1,-1 0-1,1 0 0,-1 0 1,1 0-1,-1 0 0,1 0 1,0 0-1,-1 0 0,1 1 1,-1-1-1,1 0 0,-1 0 1,1 0-1,0 1 0,-1-1 1,1 0-1,0 0 0,-1 1 1,1-1-1,0 0 0,-1 1 1,1-1-1,0 0 0,0 1 1,-1-1-1,1 1 0,-2 1 32,1-1-1,0 1 0,-1-1 0,1 1 1,0 0-1,0 0 0,0 0 0,0 0 1,0 0-1,0 2 0,-1 52 813,2-53-796,1 1-1,-1-1 0,0 1 1,1-1-1,0 0 1,0 1-1,0-1 0,0 0 1,0 0-1,1 1 0,0-1 1,-1 0-1,5 4 1,-6-6-47,1 0 1,0-1-1,-1 0 1,1 1-1,-1-1 1,1 1 0,0-1-1,0 0 1,-1 1-1,1-1 1,0 0-1,-1 1 1,1-1 0,0 0-1,0 0 1,0 0-1,-1 0 1,1 0-1,0 0 1,0 0 0,-1 0-1,1 0 1,0 0-1,0 0 1,-1-1-1,2 1 1,0-1-89,-1 0 0,1 0-1,-1 0 1,1 0 0,-1 0 0,1-1 0,-1 1-1,0 0 1,1-1 0,1-2 0,-1 1-201,0-1-1,0 1 1,0-1 0,0 0 0,-1 1 0,1-1 0,-1 0 0,0 0 0,1-6-1,-10-39-3091,1 19 1244,7 28 2058,0 0-1,0 0 1,-1-1-1,1 1 1,-1 0-1,0 0 0,0 0 1,0 0-1,0 0 1,0 0-1,0 0 1,0 1-1,0-1 1,-1 0-1,1 1 0,-1-1 1,0 1-1,1-1 1,-1 1-1,0 0 1,0-1-1,0 1 1,0 0-1,-2-1 0,-3 0 465,0 1-1,0 0 0,0 0 1,0 0-1,0 1 0,-8 0 0,10 0-225,-14-1 732,13 1-548,0-1 0,0 1 1,0 0-1,0 1 0,-10 1 1,63 2 2439,-28-5-1951,-16 0-732,-1 1 0,0-1 1,0 1-1,0 0 0,1 0 0,-1 0 0,0 1 1,0-1-1,0 0 0,1 1 0,-1-1 0,0 1 0,0 0 1,0 0-1,0 0 0,0 0 0,0 0 0,0 0 0,-1 0 1,1 0-1,0 1 0,-1-1 0,3 3 0,-2-2-108,0 1 0,0 0 0,0 0 0,0 1 0,0-1 0,-1 0 0,1 0 0,-1 1 0,0-1 0,0 1 0,0-1 0,-1 1 0,1 5 0,-2 49 0,0-57 0,1 0 0,-1-1 0,0 1 0,1 0 0,-1 0 0,0-1 0,0 1 0,0 0 0,0-1 0,1 1 0,-1-1 0,0 1 0,0-1 0,0 1 0,0-1 0,0 0 0,0 1 0,0-1 0,0 0 0,-1 0 0,1 0 0,0 0 0,0 0 0,0 0 0,0 0 0,0 0 0,-2 0 0,-32-4 0,32 3-63,0 0 0,1 1 0,-1-1 0,0 0 0,1 0 0,-1 0 0,1-1 0,0 1-1,-1-1 1,1 1 0,0-1 0,0 0 0,0 0 0,0 0 0,0 0 0,1 0 0,-1 0 0,1 0 0,-1 0-1,-1-5 1,2 5-47,1 0-1,0 0 0,0 1 0,0-1 1,0 0-1,0 1 0,0-1 0,0 0 1,1 0-1,-1 1 0,1-1 0,-1 0 1,1 1-1,0-1 0,0 1 0,-1-1 1,1 1-1,0-1 0,0 1 0,1 0 1,-1-1-1,0 1 0,0 0 0,1 0 1,-1 0-1,0 0 0,1 0 0,-1 0 1,1 0-1,0 0 0,-1 1 0,1-1 1,2 0-1,-2 0 176,0 0 0,1 0-1,-1 0 1,1 0 0,-1 0 0,1 1 0,0-1 0,-1 1 0,1 0-1,2-1 1,-4 1-51,-1 0 0,1 1 0,-1-1-1,0 0 1,1 0 0,-1 0-1,0 0 1,1 0 0,-1 1 0,1-1-1,-1 0 1,0 0 0,0 1 0,1-1-1,-1 0 1,0 0 0,1 1 0,-1-1-1,0 0 1,0 1 0,0-1 0,1 0-1,-1 1 1,0-1 0,0 0 0,0 1-1,-3 18 394,-6-2-43,6-13-350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A0FCDF-2E5E-4109-B286-A85B4737C97B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D03EF2-D82D-4AC0-BEDE-36536519F6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839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D03EF2-D82D-4AC0-BEDE-36536519F69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87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7BFF3-1950-3EEC-8E6A-949456BFD4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8D876-8421-A662-56D1-4F99A5EBAC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10D6-83C6-74B7-7EE9-1F7A53891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29C5A-4FD0-4B2A-89BA-C4E525CF244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4AE6A-5F3A-F575-F9E2-E529C3E19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AF3D7-BC21-00FF-A8D4-134E1132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E235C-CC6C-4E0E-82F9-788E2B7E1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477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38B86-7827-97B4-1BD0-55CADEF44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5A13-8C7B-1B73-277A-5715A4D4E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E921D-2728-7629-D2E8-7E5918438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29C5A-4FD0-4B2A-89BA-C4E525CF244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408F1-F86A-2C88-6D0C-F7704746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6ACB1-0810-4F5E-56EA-9CCA5616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E235C-CC6C-4E0E-82F9-788E2B7E1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947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62855-ED22-FE81-4286-63CF7187A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74ED6-E5DD-18FF-FAD5-3E0AE4FDA8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B6B2C-F796-2FC5-E7D7-ED12A1C34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29C5A-4FD0-4B2A-89BA-C4E525CF244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A94A0D-D45A-9D82-07C2-878803665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867C2-B514-E142-0D35-66266B945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E235C-CC6C-4E0E-82F9-788E2B7E1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0560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35863-CE53-DBD0-BCCA-31A53200F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6EA97-432A-BD5C-4A89-2A9697EA03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07A562-C070-829D-8983-ACE6849FA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35A474-983E-C97A-6237-9013751C0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29C5A-4FD0-4B2A-89BA-C4E525CF244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6F44DE-81E0-B853-4ACA-7681AF91C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412BF8-4249-1825-424A-15855C95D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E235C-CC6C-4E0E-82F9-788E2B7E1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32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C0C55-E6D9-C862-CECF-259F9F0B5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247FE-48AF-0082-2511-2ABC1FE4B8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8CA68C-E027-6F5B-AD48-396212DE9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67E30E-9B07-228C-71C4-BE26345057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AF04FB-8FA3-65F8-DC38-7D8B4B0F85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1C4C16-B2D7-463D-D451-DC9775FB4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29C5A-4FD0-4B2A-89BA-C4E525CF244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E73263-1A4D-296F-B30A-CC0825FD6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E4EF52-747C-2880-5584-21002DC30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E235C-CC6C-4E0E-82F9-788E2B7E1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127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307C7-ADAC-F97B-F4EF-6AFB640A0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CD6720-8E62-105B-25EA-513A48289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29C5A-4FD0-4B2A-89BA-C4E525CF244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F214C4-6A7B-9BA0-0993-88A5ABEEE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3C4105-A260-C308-992D-60287D5E1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E235C-CC6C-4E0E-82F9-788E2B7E1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281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7D6B51-AC8C-C76F-8BF5-8FAAF84D8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29C5A-4FD0-4B2A-89BA-C4E525CF244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08EB8E-7B95-CA6A-DA58-0D290E894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4B131-5928-76B0-875B-68B82268B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E235C-CC6C-4E0E-82F9-788E2B7E1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021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8261E-6DE9-6C4C-6C9C-B2E11D4A3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1E452-0332-2BA4-030A-BE0EAD4FE6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665388-6596-B25C-160B-B7512542B3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6F6B06-D3E1-4A1B-5DD5-D39B7573A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29C5A-4FD0-4B2A-89BA-C4E525CF244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C355D2-0170-9E67-4E37-35A6131D1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B069F-B680-9501-73F6-8602D30D8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E235C-CC6C-4E0E-82F9-788E2B7E1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174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861E-DC23-139C-A771-3041EC35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FD9628-BC5A-AAFD-C224-2A6DCC3217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FCE99C-A7EB-AAC7-B476-CC5EFD12D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0F660-F2E5-0D28-AAC0-023DC3E3F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29C5A-4FD0-4B2A-89BA-C4E525CF244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E6DAEE-0FCA-CA0E-79B2-8DCF58E99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3F6340-17C6-0186-21EE-0BE244D3C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E235C-CC6C-4E0E-82F9-788E2B7E1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488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FE6B1-EC0E-B0A7-BAF6-3C58AE23B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5D9B6B-1C6A-3C22-7D33-DDBFFD021C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8059E-E68E-704B-F8D4-A587D826A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29C5A-4FD0-4B2A-89BA-C4E525CF244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B7131-15AD-CD5B-0129-8878D74C6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EC0DF-5B8D-13F1-D986-E7172F0A7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E235C-CC6C-4E0E-82F9-788E2B7E1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815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80C194-2B5F-D367-E0CC-14C86F0AD7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DF93-CF9F-9BE8-F782-BC68491FE1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A688A-ED53-F5F9-5CDF-3D19F6133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29C5A-4FD0-4B2A-89BA-C4E525CF244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77B5AB-F923-A8A1-C70F-69DFB2821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94DC8-6A96-01AB-2ED7-5F98BDD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E235C-CC6C-4E0E-82F9-788E2B7E1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711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8722E-2DE8-68DA-2547-9AC38B72C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40FA7-CDFD-D146-31D0-343ECF702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C4CD-7D7A-4AAD-7234-CBBF74AF9B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C29C5A-4FD0-4B2A-89BA-C4E525CF244A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D25D8-A0FE-A87B-9C7E-2489AA6D32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8EDA03-3DB7-2AF9-ABFE-84ECC849AC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1E235C-CC6C-4E0E-82F9-788E2B7E1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688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.xml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7.png"/><Relationship Id="rId7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customXml" Target="../ink/ink2.xml"/><Relationship Id="rId4" Type="http://schemas.openxmlformats.org/officeDocument/2006/relationships/image" Target="../media/image18.sv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8AC2210-8DF2-A207-8C1A-FF4207BA6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54" y="216103"/>
            <a:ext cx="11529092" cy="2351443"/>
          </a:xfrm>
          <a:prstGeom prst="rect">
            <a:avLst/>
          </a:prstGeom>
        </p:spPr>
      </p:pic>
      <p:pic>
        <p:nvPicPr>
          <p:cNvPr id="5" name="Picture 4" descr="A blue and white text&#10;&#10;AI-generated content may be incorrect.">
            <a:extLst>
              <a:ext uri="{FF2B5EF4-FFF2-40B4-BE49-F238E27FC236}">
                <a16:creationId xmlns:a16="http://schemas.microsoft.com/office/drawing/2014/main" id="{DAE01E77-603E-76DF-A4BA-F9AEDDD0F6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4644" y="2687849"/>
            <a:ext cx="3034921" cy="1701587"/>
          </a:xfrm>
          <a:prstGeom prst="rect">
            <a:avLst/>
          </a:prstGeom>
        </p:spPr>
      </p:pic>
      <p:sp>
        <p:nvSpPr>
          <p:cNvPr id="6" name="Graphic 9">
            <a:extLst>
              <a:ext uri="{FF2B5EF4-FFF2-40B4-BE49-F238E27FC236}">
                <a16:creationId xmlns:a16="http://schemas.microsoft.com/office/drawing/2014/main" id="{05420515-5F28-32A2-587D-861285F7BAFA}"/>
              </a:ext>
            </a:extLst>
          </p:cNvPr>
          <p:cNvSpPr/>
          <p:nvPr/>
        </p:nvSpPr>
        <p:spPr>
          <a:xfrm>
            <a:off x="837811" y="3059922"/>
            <a:ext cx="498763" cy="600363"/>
          </a:xfrm>
          <a:custGeom>
            <a:avLst/>
            <a:gdLst>
              <a:gd name="connsiteX0" fmla="*/ 656939 w 710522"/>
              <a:gd name="connsiteY0" fmla="*/ 320367 h 788553"/>
              <a:gd name="connsiteX1" fmla="*/ 656939 w 710522"/>
              <a:gd name="connsiteY1" fmla="*/ 468038 h 788553"/>
              <a:gd name="connsiteX2" fmla="*/ 128484 w 710522"/>
              <a:gd name="connsiteY2" fmla="*/ 771103 h 788553"/>
              <a:gd name="connsiteX3" fmla="*/ -245 w 710522"/>
              <a:gd name="connsiteY3" fmla="*/ 696469 h 788553"/>
              <a:gd name="connsiteX4" fmla="*/ -245 w 710522"/>
              <a:gd name="connsiteY4" fmla="*/ 91863 h 788553"/>
              <a:gd name="connsiteX5" fmla="*/ 128484 w 710522"/>
              <a:gd name="connsiteY5" fmla="*/ 17306 h 788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0522" h="788553">
                <a:moveTo>
                  <a:pt x="656939" y="320367"/>
                </a:moveTo>
                <a:cubicBezTo>
                  <a:pt x="728056" y="361151"/>
                  <a:pt x="728056" y="427244"/>
                  <a:pt x="656939" y="468038"/>
                </a:cubicBezTo>
                <a:lnTo>
                  <a:pt x="128484" y="771103"/>
                </a:lnTo>
                <a:cubicBezTo>
                  <a:pt x="57392" y="811845"/>
                  <a:pt x="-245" y="778481"/>
                  <a:pt x="-245" y="696469"/>
                </a:cubicBezTo>
                <a:lnTo>
                  <a:pt x="-245" y="91863"/>
                </a:lnTo>
                <a:cubicBezTo>
                  <a:pt x="-245" y="9933"/>
                  <a:pt x="57392" y="-23474"/>
                  <a:pt x="128484" y="17306"/>
                </a:cubicBezTo>
                <a:close/>
              </a:path>
            </a:pathLst>
          </a:custGeom>
          <a:solidFill>
            <a:srgbClr val="3B4B65"/>
          </a:solidFill>
          <a:ln w="123825" cap="flat">
            <a:solidFill>
              <a:srgbClr val="FFFFFF"/>
            </a:solidFill>
            <a:prstDash val="solid"/>
            <a:miter/>
          </a:ln>
          <a:effectLst>
            <a:outerShdw blurRad="50800" dist="50800" dir="5400000" algn="ctr" rotWithShape="0">
              <a:srgbClr val="000000">
                <a:alpha val="72000"/>
              </a:srgb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B92EA618-356D-8409-449B-68DA82C37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645" y="4462606"/>
            <a:ext cx="5485713" cy="1701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2CE14DF3-87A1-62DE-729A-007B9C9E13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7236" y="4618181"/>
            <a:ext cx="1139914" cy="1133207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86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4229487-9C9B-80C1-B89D-4684D7EE80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58496" y="2795134"/>
            <a:ext cx="3034921" cy="1630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769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46AFF-5C80-8119-4FED-492D0FFA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AC2D620-1FFF-55D5-9E04-D2CC4D443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149" y="4462606"/>
            <a:ext cx="5488991" cy="17015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6F9453-50BE-9FBD-B3F0-3E370D9E7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496" y="2795134"/>
            <a:ext cx="3034921" cy="1630887"/>
          </a:xfrm>
          <a:prstGeom prst="rect">
            <a:avLst/>
          </a:prstGeom>
        </p:spPr>
      </p:pic>
      <p:sp>
        <p:nvSpPr>
          <p:cNvPr id="6" name="Graphic 9">
            <a:extLst>
              <a:ext uri="{FF2B5EF4-FFF2-40B4-BE49-F238E27FC236}">
                <a16:creationId xmlns:a16="http://schemas.microsoft.com/office/drawing/2014/main" id="{F6DCAB0D-45D7-C5E9-3FD8-13EEECAE779B}"/>
              </a:ext>
            </a:extLst>
          </p:cNvPr>
          <p:cNvSpPr/>
          <p:nvPr/>
        </p:nvSpPr>
        <p:spPr>
          <a:xfrm>
            <a:off x="837811" y="3059922"/>
            <a:ext cx="498763" cy="600363"/>
          </a:xfrm>
          <a:custGeom>
            <a:avLst/>
            <a:gdLst>
              <a:gd name="connsiteX0" fmla="*/ 656939 w 710522"/>
              <a:gd name="connsiteY0" fmla="*/ 320367 h 788553"/>
              <a:gd name="connsiteX1" fmla="*/ 656939 w 710522"/>
              <a:gd name="connsiteY1" fmla="*/ 468038 h 788553"/>
              <a:gd name="connsiteX2" fmla="*/ 128484 w 710522"/>
              <a:gd name="connsiteY2" fmla="*/ 771103 h 788553"/>
              <a:gd name="connsiteX3" fmla="*/ -245 w 710522"/>
              <a:gd name="connsiteY3" fmla="*/ 696469 h 788553"/>
              <a:gd name="connsiteX4" fmla="*/ -245 w 710522"/>
              <a:gd name="connsiteY4" fmla="*/ 91863 h 788553"/>
              <a:gd name="connsiteX5" fmla="*/ 128484 w 710522"/>
              <a:gd name="connsiteY5" fmla="*/ 17306 h 788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0522" h="788553">
                <a:moveTo>
                  <a:pt x="656939" y="320367"/>
                </a:moveTo>
                <a:cubicBezTo>
                  <a:pt x="728056" y="361151"/>
                  <a:pt x="728056" y="427244"/>
                  <a:pt x="656939" y="468038"/>
                </a:cubicBezTo>
                <a:lnTo>
                  <a:pt x="128484" y="771103"/>
                </a:lnTo>
                <a:cubicBezTo>
                  <a:pt x="57392" y="811845"/>
                  <a:pt x="-245" y="778481"/>
                  <a:pt x="-245" y="696469"/>
                </a:cubicBezTo>
                <a:lnTo>
                  <a:pt x="-245" y="91863"/>
                </a:lnTo>
                <a:cubicBezTo>
                  <a:pt x="-245" y="9933"/>
                  <a:pt x="57392" y="-23474"/>
                  <a:pt x="128484" y="17306"/>
                </a:cubicBezTo>
                <a:close/>
              </a:path>
            </a:pathLst>
          </a:custGeom>
          <a:solidFill>
            <a:srgbClr val="3B4B65"/>
          </a:solidFill>
          <a:ln w="123825" cap="flat">
            <a:solidFill>
              <a:srgbClr val="FFFFFF"/>
            </a:solidFill>
            <a:prstDash val="solid"/>
            <a:miter/>
          </a:ln>
          <a:effectLst>
            <a:outerShdw blurRad="50800" dist="50800" dir="5400000" algn="ctr" rotWithShape="0">
              <a:srgbClr val="000000">
                <a:alpha val="72000"/>
              </a:srgb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E031BCF-6E49-52DD-8156-DCA8B77CB9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7236" y="4618181"/>
            <a:ext cx="1139914" cy="1133207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86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F8FD47-1F68-558C-2B57-5EB24EE4C8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454" y="228844"/>
            <a:ext cx="11529092" cy="235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968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A9D5A-79DF-5F76-B030-16BCAADB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7163994-4120-B75F-D0BB-9A4400224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473" y="2972070"/>
            <a:ext cx="15085394" cy="2352130"/>
          </a:xfrm>
          <a:prstGeom prst="rect">
            <a:avLst/>
          </a:prstGeom>
        </p:spPr>
      </p:pic>
      <p:sp>
        <p:nvSpPr>
          <p:cNvPr id="28" name="Arrow: U-Turn 27">
            <a:extLst>
              <a:ext uri="{FF2B5EF4-FFF2-40B4-BE49-F238E27FC236}">
                <a16:creationId xmlns:a16="http://schemas.microsoft.com/office/drawing/2014/main" id="{B2B6734F-E917-A270-ABA7-F4AAD7BF1443}"/>
              </a:ext>
            </a:extLst>
          </p:cNvPr>
          <p:cNvSpPr/>
          <p:nvPr/>
        </p:nvSpPr>
        <p:spPr>
          <a:xfrm rot="2103223">
            <a:off x="296368" y="1301147"/>
            <a:ext cx="5560597" cy="2788136"/>
          </a:xfrm>
          <a:prstGeom prst="uturnArrow">
            <a:avLst/>
          </a:prstGeom>
          <a:solidFill>
            <a:srgbClr val="1F3351">
              <a:alpha val="58000"/>
            </a:srgbClr>
          </a:solidFill>
          <a:ln w="76200">
            <a:solidFill>
              <a:srgbClr val="FFFFFF">
                <a:alpha val="16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Arrow: U-Turn 28">
            <a:extLst>
              <a:ext uri="{FF2B5EF4-FFF2-40B4-BE49-F238E27FC236}">
                <a16:creationId xmlns:a16="http://schemas.microsoft.com/office/drawing/2014/main" id="{7B7424ED-02FA-45E0-21A7-8ACCE8FB0F8A}"/>
              </a:ext>
            </a:extLst>
          </p:cNvPr>
          <p:cNvSpPr/>
          <p:nvPr/>
        </p:nvSpPr>
        <p:spPr>
          <a:xfrm rot="6595308" flipH="1">
            <a:off x="10215157" y="4320943"/>
            <a:ext cx="3681198" cy="2788136"/>
          </a:xfrm>
          <a:prstGeom prst="uturnArrow">
            <a:avLst>
              <a:gd name="adj1" fmla="val 20699"/>
              <a:gd name="adj2" fmla="val 25000"/>
              <a:gd name="adj3" fmla="val 25000"/>
              <a:gd name="adj4" fmla="val 40967"/>
              <a:gd name="adj5" fmla="val 75000"/>
            </a:avLst>
          </a:prstGeom>
          <a:solidFill>
            <a:srgbClr val="1F3351">
              <a:alpha val="58000"/>
            </a:srgbClr>
          </a:solidFill>
          <a:ln w="76200">
            <a:solidFill>
              <a:srgbClr val="FFFFFF">
                <a:alpha val="16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DEBE992-780F-1CD0-2225-8AB5E73CB7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6398">
            <a:off x="4803925" y="3399402"/>
            <a:ext cx="7033537" cy="1434961"/>
          </a:xfrm>
          <a:prstGeom prst="rect">
            <a:avLst/>
          </a:prstGeom>
          <a:effectLst>
            <a:glow rad="254000">
              <a:srgbClr val="1F3351">
                <a:alpha val="92000"/>
              </a:srgbClr>
            </a:glow>
            <a:outerShdw blurRad="50800" dist="50800" dir="5400000" algn="ctr" rotWithShape="0">
              <a:srgbClr val="000000">
                <a:alpha val="88000"/>
              </a:srgbClr>
            </a:outerShdw>
            <a:reflection endPos="0" dir="5400000" sy="-100000" algn="bl" rotWithShape="0"/>
          </a:effec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9C898F7-F6ED-B783-EBD7-A6BB8B3B8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9740" y="-1286455"/>
            <a:ext cx="7201905" cy="3677163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  <a:reflection stA="98000" dir="5400000" sy="-100000" algn="bl" rotWithShape="0"/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5E55986-6751-F47E-8529-0CD52AA958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4879" y="-2116754"/>
            <a:ext cx="3253938" cy="3902698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96000"/>
              </a:srgbClr>
            </a:outerShdw>
            <a:reflection dir="5400000" sy="-100000" algn="bl" rotWithShape="0"/>
          </a:effec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E05F89A-AC47-BB03-5765-CEE091406C60}"/>
              </a:ext>
            </a:extLst>
          </p:cNvPr>
          <p:cNvSpPr/>
          <p:nvPr/>
        </p:nvSpPr>
        <p:spPr>
          <a:xfrm>
            <a:off x="983473" y="2972070"/>
            <a:ext cx="13243666" cy="87490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73000"/>
                </a:schemeClr>
              </a:gs>
              <a:gs pos="89000">
                <a:schemeClr val="accent1">
                  <a:lumMod val="45000"/>
                  <a:lumOff val="5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0DF45B-7B75-E4BA-F94A-72281060529D}"/>
              </a:ext>
            </a:extLst>
          </p:cNvPr>
          <p:cNvSpPr/>
          <p:nvPr/>
        </p:nvSpPr>
        <p:spPr>
          <a:xfrm rot="10800000">
            <a:off x="908151" y="4502515"/>
            <a:ext cx="13243666" cy="874902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55000"/>
                </a:schemeClr>
              </a:gs>
              <a:gs pos="89000">
                <a:schemeClr val="accent1">
                  <a:lumMod val="45000"/>
                  <a:lumOff val="55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FD60A9D-F392-8ED5-38AF-A641FA1DE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713">
            <a:off x="8501235" y="4460520"/>
            <a:ext cx="3037845" cy="679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151C0BC0-FC02-B85A-DAA4-9DFFE67BE714}"/>
              </a:ext>
            </a:extLst>
          </p:cNvPr>
          <p:cNvGrpSpPr/>
          <p:nvPr/>
        </p:nvGrpSpPr>
        <p:grpSpPr>
          <a:xfrm rot="20539069">
            <a:off x="1025974" y="2572716"/>
            <a:ext cx="3855979" cy="3150835"/>
            <a:chOff x="950411" y="2957596"/>
            <a:chExt cx="3855979" cy="3150835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C539F344-21DE-E202-0266-AEDADFE22DDE}"/>
                </a:ext>
              </a:extLst>
            </p:cNvPr>
            <p:cNvSpPr/>
            <p:nvPr/>
          </p:nvSpPr>
          <p:spPr>
            <a:xfrm rot="21224836">
              <a:off x="1658865" y="3393140"/>
              <a:ext cx="2264945" cy="2279748"/>
            </a:xfrm>
            <a:prstGeom prst="roundRect">
              <a:avLst>
                <a:gd name="adj" fmla="val 1396"/>
              </a:avLst>
            </a:prstGeom>
            <a:solidFill>
              <a:schemeClr val="tx1">
                <a:alpha val="22000"/>
              </a:schemeClr>
            </a:solidFill>
            <a:ln>
              <a:noFill/>
            </a:ln>
            <a:effectLst>
              <a:glow rad="914400">
                <a:srgbClr val="1F3351">
                  <a:alpha val="69000"/>
                </a:srgbClr>
              </a:glow>
              <a:outerShdw blurRad="50800" dist="50800" dir="5400000" algn="ctr" rotWithShape="0">
                <a:srgbClr val="000000">
                  <a:alpha val="99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64B468C-CD59-C96D-DCFF-92AE027350CD}"/>
                </a:ext>
              </a:extLst>
            </p:cNvPr>
            <p:cNvSpPr/>
            <p:nvPr/>
          </p:nvSpPr>
          <p:spPr>
            <a:xfrm rot="21224836">
              <a:off x="2847234" y="4291368"/>
              <a:ext cx="148126" cy="151976"/>
            </a:xfrm>
            <a:prstGeom prst="ellipse">
              <a:avLst/>
            </a:prstGeom>
            <a:solidFill>
              <a:srgbClr val="3B4B65"/>
            </a:solidFill>
            <a:ln>
              <a:solidFill>
                <a:srgbClr val="3B4B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B16BC0D-D0D3-5EFB-D44D-C6B586294DD7}"/>
                </a:ext>
              </a:extLst>
            </p:cNvPr>
            <p:cNvSpPr/>
            <p:nvPr/>
          </p:nvSpPr>
          <p:spPr>
            <a:xfrm rot="21224836">
              <a:off x="2234545" y="4399498"/>
              <a:ext cx="75914" cy="77887"/>
            </a:xfrm>
            <a:prstGeom prst="ellipse">
              <a:avLst/>
            </a:prstGeom>
            <a:solidFill>
              <a:srgbClr val="3B4B65"/>
            </a:solidFill>
            <a:ln>
              <a:solidFill>
                <a:srgbClr val="3B4B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89DAB13-CE1E-F2DC-FEDD-42B13AD83156}"/>
                    </a:ext>
                  </a:extLst>
                </p14:cNvPr>
                <p14:cNvContentPartPr/>
                <p14:nvPr/>
              </p14:nvContentPartPr>
              <p14:xfrm rot="5761859">
                <a:off x="2910758" y="4330824"/>
                <a:ext cx="62775" cy="68927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89DAB13-CE1E-F2DC-FEDD-42B13AD8315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 rot="5761859">
                  <a:off x="2901790" y="4321849"/>
                  <a:ext cx="80352" cy="86518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3" name="Picture 2" descr="A blue square with circles and dots&#10;&#10;AI-generated content may be incorrect.">
              <a:extLst>
                <a:ext uri="{FF2B5EF4-FFF2-40B4-BE49-F238E27FC236}">
                  <a16:creationId xmlns:a16="http://schemas.microsoft.com/office/drawing/2014/main" id="{EBCC15F3-91AF-D751-836D-1BE76F671B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224836">
              <a:off x="950411" y="2957596"/>
              <a:ext cx="3855979" cy="3150835"/>
            </a:xfrm>
            <a:prstGeom prst="rect">
              <a:avLst/>
            </a:prstGeom>
            <a:effectLst>
              <a:glow>
                <a:schemeClr val="bg1"/>
              </a:glow>
              <a:outerShdw blurRad="50800" dist="50800" dir="5400000" algn="ctr" rotWithShape="0">
                <a:srgbClr val="000000">
                  <a:alpha val="92000"/>
                </a:srgbClr>
              </a:outerShdw>
              <a:reflection stA="0" endPos="65000" dist="50800" dir="5400000" sy="-100000" algn="bl" rotWithShape="0"/>
            </a:effectLst>
          </p:spPr>
        </p:pic>
      </p:grpSp>
    </p:spTree>
    <p:extLst>
      <p:ext uri="{BB962C8B-B14F-4D97-AF65-F5344CB8AC3E}">
        <p14:creationId xmlns:p14="http://schemas.microsoft.com/office/powerpoint/2010/main" val="258548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836982-8660-AFA0-8E3F-E9D419B5E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099" y="1063948"/>
            <a:ext cx="8389802" cy="4730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250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95E95-BD79-4F2A-99EB-CC70644B4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A3E5D8-2B10-B353-62E3-67F243727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099" y="1063948"/>
            <a:ext cx="8389802" cy="4730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314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0A0C73-022E-66FD-B3D5-0313146428AB}"/>
              </a:ext>
            </a:extLst>
          </p:cNvPr>
          <p:cNvSpPr/>
          <p:nvPr/>
        </p:nvSpPr>
        <p:spPr>
          <a:xfrm>
            <a:off x="628650" y="180975"/>
            <a:ext cx="10610850" cy="6324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D1F8EA-E157-4653-0D47-FFAAFD967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290" y="1009867"/>
            <a:ext cx="8373644" cy="4725058"/>
          </a:xfrm>
          <a:prstGeom prst="rect">
            <a:avLst/>
          </a:prstGeom>
        </p:spPr>
      </p:pic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C96F0A28-17CA-0D62-B47B-589B96D37E3C}"/>
              </a:ext>
            </a:extLst>
          </p:cNvPr>
          <p:cNvSpPr/>
          <p:nvPr/>
        </p:nvSpPr>
        <p:spPr>
          <a:xfrm rot="10800000">
            <a:off x="1662290" y="1009864"/>
            <a:ext cx="8373643" cy="4659813"/>
          </a:xfrm>
          <a:prstGeom prst="triangle">
            <a:avLst>
              <a:gd name="adj" fmla="val 0"/>
            </a:avLst>
          </a:prstGeom>
          <a:solidFill>
            <a:schemeClr val="tx1">
              <a:lumMod val="95000"/>
              <a:lumOff val="5000"/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Gears with solid fill">
            <a:extLst>
              <a:ext uri="{FF2B5EF4-FFF2-40B4-BE49-F238E27FC236}">
                <a16:creationId xmlns:a16="http://schemas.microsoft.com/office/drawing/2014/main" id="{23667372-D489-8241-62F7-56C8635EC9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875852">
            <a:off x="6581774" y="1038439"/>
            <a:ext cx="3114675" cy="3114675"/>
          </a:xfrm>
          <a:prstGeom prst="rect">
            <a:avLst/>
          </a:prstGeom>
          <a:effectLst>
            <a:glow rad="1905000">
              <a:schemeClr val="accent1">
                <a:alpha val="40000"/>
              </a:schemeClr>
            </a:glow>
            <a:outerShdw blurRad="50800" dist="50800" dir="5400000" algn="ctr" rotWithShape="0">
              <a:srgbClr val="000000">
                <a:alpha val="0"/>
              </a:srgbClr>
            </a:outerShdw>
            <a:reflection stA="10000" endPos="65000" dist="50800" dir="5400000" sy="-100000" algn="bl" rotWithShape="0"/>
          </a:effec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73F2BABF-7AFE-70EB-6C34-F5D80A6E5F0B}"/>
              </a:ext>
            </a:extLst>
          </p:cNvPr>
          <p:cNvGrpSpPr/>
          <p:nvPr/>
        </p:nvGrpSpPr>
        <p:grpSpPr>
          <a:xfrm rot="20539069">
            <a:off x="2138383" y="1853583"/>
            <a:ext cx="3855979" cy="3150835"/>
            <a:chOff x="950411" y="2957596"/>
            <a:chExt cx="3855979" cy="3150835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01C503B-010F-2F7D-80C8-F36C6CC18E8B}"/>
                </a:ext>
              </a:extLst>
            </p:cNvPr>
            <p:cNvSpPr/>
            <p:nvPr/>
          </p:nvSpPr>
          <p:spPr>
            <a:xfrm rot="21224836">
              <a:off x="1658865" y="3393140"/>
              <a:ext cx="2264945" cy="2279748"/>
            </a:xfrm>
            <a:prstGeom prst="roundRect">
              <a:avLst>
                <a:gd name="adj" fmla="val 1396"/>
              </a:avLst>
            </a:prstGeom>
            <a:solidFill>
              <a:schemeClr val="tx1">
                <a:alpha val="22000"/>
              </a:schemeClr>
            </a:solidFill>
            <a:ln>
              <a:noFill/>
            </a:ln>
            <a:effectLst>
              <a:glow rad="914400">
                <a:srgbClr val="1F3351">
                  <a:alpha val="69000"/>
                </a:srgbClr>
              </a:glow>
              <a:outerShdw blurRad="50800" dist="50800" dir="5400000" algn="ctr" rotWithShape="0">
                <a:srgbClr val="000000">
                  <a:alpha val="99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0E9C7A8-1FF8-D575-0709-22D710CD67A6}"/>
                </a:ext>
              </a:extLst>
            </p:cNvPr>
            <p:cNvSpPr/>
            <p:nvPr/>
          </p:nvSpPr>
          <p:spPr>
            <a:xfrm rot="21224836">
              <a:off x="2847234" y="4291368"/>
              <a:ext cx="148126" cy="151976"/>
            </a:xfrm>
            <a:prstGeom prst="ellipse">
              <a:avLst/>
            </a:prstGeom>
            <a:solidFill>
              <a:srgbClr val="3B4B65"/>
            </a:solidFill>
            <a:ln>
              <a:solidFill>
                <a:srgbClr val="3B4B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85B4B52-EDAA-0016-33F8-89590EEAD7C3}"/>
                </a:ext>
              </a:extLst>
            </p:cNvPr>
            <p:cNvSpPr/>
            <p:nvPr/>
          </p:nvSpPr>
          <p:spPr>
            <a:xfrm rot="21224836">
              <a:off x="2234545" y="4399498"/>
              <a:ext cx="75914" cy="77887"/>
            </a:xfrm>
            <a:prstGeom prst="ellipse">
              <a:avLst/>
            </a:prstGeom>
            <a:solidFill>
              <a:srgbClr val="3B4B65"/>
            </a:solidFill>
            <a:ln>
              <a:solidFill>
                <a:srgbClr val="3B4B6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FCAF285-6054-3F94-B184-7D40F696CE45}"/>
                    </a:ext>
                  </a:extLst>
                </p14:cNvPr>
                <p14:cNvContentPartPr/>
                <p14:nvPr/>
              </p14:nvContentPartPr>
              <p14:xfrm rot="5761859">
                <a:off x="2910758" y="4330824"/>
                <a:ext cx="62775" cy="68927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FCAF285-6054-3F94-B184-7D40F696CE4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5761859">
                  <a:off x="2901790" y="4321849"/>
                  <a:ext cx="80352" cy="86518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13" name="Picture 12" descr="A blue square with circles and dots&#10;&#10;AI-generated content may be incorrect.">
              <a:extLst>
                <a:ext uri="{FF2B5EF4-FFF2-40B4-BE49-F238E27FC236}">
                  <a16:creationId xmlns:a16="http://schemas.microsoft.com/office/drawing/2014/main" id="{649EA9FC-CE27-166B-A64C-C57B55152D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224836">
              <a:off x="950411" y="2957596"/>
              <a:ext cx="3855979" cy="3150835"/>
            </a:xfrm>
            <a:prstGeom prst="rect">
              <a:avLst/>
            </a:prstGeom>
            <a:effectLst>
              <a:glow>
                <a:schemeClr val="bg1"/>
              </a:glow>
              <a:outerShdw blurRad="50800" dist="50800" dir="5400000" algn="ctr" rotWithShape="0">
                <a:srgbClr val="000000">
                  <a:alpha val="92000"/>
                </a:srgbClr>
              </a:outerShdw>
              <a:reflection stA="0" endPos="65000" dist="50800" dir="5400000" sy="-100000" algn="bl" rotWithShape="0"/>
            </a:effectLst>
          </p:spPr>
        </p:pic>
      </p:grpSp>
      <p:pic>
        <p:nvPicPr>
          <p:cNvPr id="2050" name="Picture 2">
            <a:extLst>
              <a:ext uri="{FF2B5EF4-FFF2-40B4-BE49-F238E27FC236}">
                <a16:creationId xmlns:a16="http://schemas.microsoft.com/office/drawing/2014/main" id="{43B4C881-AC01-2177-B299-301ED0B58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038034">
            <a:off x="3264472" y="3904057"/>
            <a:ext cx="5419725" cy="1333500"/>
          </a:xfrm>
          <a:prstGeom prst="rect">
            <a:avLst/>
          </a:prstGeom>
          <a:noFill/>
          <a:effectLst>
            <a:glow rad="1244600">
              <a:srgbClr val="FFFFFF">
                <a:alpha val="40000"/>
              </a:srgbClr>
            </a:glow>
            <a:outerShdw blurRad="50800" dist="50800" dir="5400000" algn="ctr" rotWithShape="0">
              <a:srgbClr val="000000">
                <a:alpha val="15000"/>
              </a:srgbClr>
            </a:outerShdw>
            <a:reflection stA="36000" endPos="65000" dist="508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417216B-0ECE-747E-9B62-5810646A1F6B}"/>
              </a:ext>
            </a:extLst>
          </p:cNvPr>
          <p:cNvSpPr/>
          <p:nvPr/>
        </p:nvSpPr>
        <p:spPr>
          <a:xfrm>
            <a:off x="1662288" y="1021197"/>
            <a:ext cx="8373643" cy="4648482"/>
          </a:xfrm>
          <a:prstGeom prst="rect">
            <a:avLst/>
          </a:prstGeom>
          <a:noFill/>
          <a:ln w="762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E50C927-8ADA-E212-A6FD-788497773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351" y="4335362"/>
            <a:ext cx="16192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1014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CDA40-7C46-2BA1-BF5A-9D8681A7E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0C2001-E0BB-8019-CBEF-853F78F0E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290" y="1009866"/>
            <a:ext cx="8373644" cy="472505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CEDBDB2-BA68-AFEF-E856-914E1157277E}"/>
              </a:ext>
            </a:extLst>
          </p:cNvPr>
          <p:cNvSpPr/>
          <p:nvPr/>
        </p:nvSpPr>
        <p:spPr>
          <a:xfrm>
            <a:off x="5275303" y="1776484"/>
            <a:ext cx="8996473" cy="5081516"/>
          </a:xfrm>
          <a:prstGeom prst="roundRect">
            <a:avLst>
              <a:gd name="adj" fmla="val 3570"/>
            </a:avLst>
          </a:prstGeom>
          <a:blipFill dpi="0" rotWithShape="1">
            <a:blip r:embed="rId3">
              <a:alphaModFix amt="24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22">
            <a:extLst>
              <a:ext uri="{FF2B5EF4-FFF2-40B4-BE49-F238E27FC236}">
                <a16:creationId xmlns:a16="http://schemas.microsoft.com/office/drawing/2014/main" id="{8F3DDB53-F852-3436-48DC-7FFD0E442659}"/>
              </a:ext>
            </a:extLst>
          </p:cNvPr>
          <p:cNvSpPr/>
          <p:nvPr/>
        </p:nvSpPr>
        <p:spPr>
          <a:xfrm rot="16200000">
            <a:off x="4589134" y="-204067"/>
            <a:ext cx="2292639" cy="9542801"/>
          </a:xfrm>
          <a:custGeom>
            <a:avLst/>
            <a:gdLst>
              <a:gd name="connsiteX0" fmla="*/ 0 w 2734279"/>
              <a:gd name="connsiteY0" fmla="*/ 0 h 3245793"/>
              <a:gd name="connsiteX1" fmla="*/ 2734279 w 2734279"/>
              <a:gd name="connsiteY1" fmla="*/ 0 h 3245793"/>
              <a:gd name="connsiteX2" fmla="*/ 2734279 w 2734279"/>
              <a:gd name="connsiteY2" fmla="*/ 3245793 h 3245793"/>
              <a:gd name="connsiteX3" fmla="*/ 0 w 2734279"/>
              <a:gd name="connsiteY3" fmla="*/ 3245793 h 3245793"/>
              <a:gd name="connsiteX4" fmla="*/ 0 w 2734279"/>
              <a:gd name="connsiteY4" fmla="*/ 0 h 3245793"/>
              <a:gd name="connsiteX0" fmla="*/ 0 w 2734279"/>
              <a:gd name="connsiteY0" fmla="*/ 0 h 3245793"/>
              <a:gd name="connsiteX1" fmla="*/ 2734279 w 2734279"/>
              <a:gd name="connsiteY1" fmla="*/ 0 h 3245793"/>
              <a:gd name="connsiteX2" fmla="*/ 1897782 w 2734279"/>
              <a:gd name="connsiteY2" fmla="*/ 1017778 h 3245793"/>
              <a:gd name="connsiteX3" fmla="*/ 2734279 w 2734279"/>
              <a:gd name="connsiteY3" fmla="*/ 3245793 h 3245793"/>
              <a:gd name="connsiteX4" fmla="*/ 0 w 2734279"/>
              <a:gd name="connsiteY4" fmla="*/ 3245793 h 3245793"/>
              <a:gd name="connsiteX5" fmla="*/ 0 w 2734279"/>
              <a:gd name="connsiteY5" fmla="*/ 0 h 3245793"/>
              <a:gd name="connsiteX0" fmla="*/ 0 w 2734279"/>
              <a:gd name="connsiteY0" fmla="*/ 0 h 3245793"/>
              <a:gd name="connsiteX1" fmla="*/ 2734279 w 2734279"/>
              <a:gd name="connsiteY1" fmla="*/ 0 h 3245793"/>
              <a:gd name="connsiteX2" fmla="*/ 1897782 w 2734279"/>
              <a:gd name="connsiteY2" fmla="*/ 1017778 h 3245793"/>
              <a:gd name="connsiteX3" fmla="*/ 2734279 w 2734279"/>
              <a:gd name="connsiteY3" fmla="*/ 3245793 h 3245793"/>
              <a:gd name="connsiteX4" fmla="*/ 0 w 2734279"/>
              <a:gd name="connsiteY4" fmla="*/ 3245793 h 3245793"/>
              <a:gd name="connsiteX5" fmla="*/ 0 w 2734279"/>
              <a:gd name="connsiteY5" fmla="*/ 0 h 3245793"/>
              <a:gd name="connsiteX0" fmla="*/ 0 w 3121495"/>
              <a:gd name="connsiteY0" fmla="*/ 0 h 3245793"/>
              <a:gd name="connsiteX1" fmla="*/ 2734279 w 3121495"/>
              <a:gd name="connsiteY1" fmla="*/ 0 h 3245793"/>
              <a:gd name="connsiteX2" fmla="*/ 1897782 w 3121495"/>
              <a:gd name="connsiteY2" fmla="*/ 1017778 h 3245793"/>
              <a:gd name="connsiteX3" fmla="*/ 3056022 w 3121495"/>
              <a:gd name="connsiteY3" fmla="*/ 1764538 h 3245793"/>
              <a:gd name="connsiteX4" fmla="*/ 2734279 w 3121495"/>
              <a:gd name="connsiteY4" fmla="*/ 3245793 h 3245793"/>
              <a:gd name="connsiteX5" fmla="*/ 0 w 3121495"/>
              <a:gd name="connsiteY5" fmla="*/ 3245793 h 3245793"/>
              <a:gd name="connsiteX6" fmla="*/ 0 w 3121495"/>
              <a:gd name="connsiteY6" fmla="*/ 0 h 3245793"/>
              <a:gd name="connsiteX0" fmla="*/ 0 w 3094349"/>
              <a:gd name="connsiteY0" fmla="*/ 0 h 3245793"/>
              <a:gd name="connsiteX1" fmla="*/ 2734279 w 3094349"/>
              <a:gd name="connsiteY1" fmla="*/ 0 h 3245793"/>
              <a:gd name="connsiteX2" fmla="*/ 1897782 w 3094349"/>
              <a:gd name="connsiteY2" fmla="*/ 1017778 h 3245793"/>
              <a:gd name="connsiteX3" fmla="*/ 3056022 w 3094349"/>
              <a:gd name="connsiteY3" fmla="*/ 1764538 h 3245793"/>
              <a:gd name="connsiteX4" fmla="*/ 2553102 w 3094349"/>
              <a:gd name="connsiteY4" fmla="*/ 2465578 h 3245793"/>
              <a:gd name="connsiteX5" fmla="*/ 2734279 w 3094349"/>
              <a:gd name="connsiteY5" fmla="*/ 3245793 h 3245793"/>
              <a:gd name="connsiteX6" fmla="*/ 0 w 3094349"/>
              <a:gd name="connsiteY6" fmla="*/ 3245793 h 3245793"/>
              <a:gd name="connsiteX7" fmla="*/ 0 w 3094349"/>
              <a:gd name="connsiteY7" fmla="*/ 0 h 3245793"/>
              <a:gd name="connsiteX0" fmla="*/ 0 w 2916671"/>
              <a:gd name="connsiteY0" fmla="*/ 0 h 3245793"/>
              <a:gd name="connsiteX1" fmla="*/ 2734279 w 2916671"/>
              <a:gd name="connsiteY1" fmla="*/ 0 h 3245793"/>
              <a:gd name="connsiteX2" fmla="*/ 1897782 w 2916671"/>
              <a:gd name="connsiteY2" fmla="*/ 1017778 h 3245793"/>
              <a:gd name="connsiteX3" fmla="*/ 2682642 w 2916671"/>
              <a:gd name="connsiteY3" fmla="*/ 1855978 h 3245793"/>
              <a:gd name="connsiteX4" fmla="*/ 2553102 w 2916671"/>
              <a:gd name="connsiteY4" fmla="*/ 2465578 h 3245793"/>
              <a:gd name="connsiteX5" fmla="*/ 2734279 w 2916671"/>
              <a:gd name="connsiteY5" fmla="*/ 3245793 h 3245793"/>
              <a:gd name="connsiteX6" fmla="*/ 0 w 2916671"/>
              <a:gd name="connsiteY6" fmla="*/ 3245793 h 3245793"/>
              <a:gd name="connsiteX7" fmla="*/ 0 w 2916671"/>
              <a:gd name="connsiteY7" fmla="*/ 0 h 3245793"/>
              <a:gd name="connsiteX0" fmla="*/ 0 w 3436755"/>
              <a:gd name="connsiteY0" fmla="*/ 0 h 3254582"/>
              <a:gd name="connsiteX1" fmla="*/ 2734279 w 3436755"/>
              <a:gd name="connsiteY1" fmla="*/ 0 h 3254582"/>
              <a:gd name="connsiteX2" fmla="*/ 1897782 w 3436755"/>
              <a:gd name="connsiteY2" fmla="*/ 1017778 h 3254582"/>
              <a:gd name="connsiteX3" fmla="*/ 2682642 w 3436755"/>
              <a:gd name="connsiteY3" fmla="*/ 1855978 h 3254582"/>
              <a:gd name="connsiteX4" fmla="*/ 2553102 w 3436755"/>
              <a:gd name="connsiteY4" fmla="*/ 2465578 h 3254582"/>
              <a:gd name="connsiteX5" fmla="*/ 3305105 w 3436755"/>
              <a:gd name="connsiteY5" fmla="*/ 3254582 h 3254582"/>
              <a:gd name="connsiteX6" fmla="*/ 0 w 3436755"/>
              <a:gd name="connsiteY6" fmla="*/ 3245793 h 3254582"/>
              <a:gd name="connsiteX7" fmla="*/ 0 w 3436755"/>
              <a:gd name="connsiteY7" fmla="*/ 0 h 3254582"/>
              <a:gd name="connsiteX0" fmla="*/ 0 w 3432826"/>
              <a:gd name="connsiteY0" fmla="*/ 0 h 3254582"/>
              <a:gd name="connsiteX1" fmla="*/ 2734279 w 3432826"/>
              <a:gd name="connsiteY1" fmla="*/ 0 h 3254582"/>
              <a:gd name="connsiteX2" fmla="*/ 1897782 w 3432826"/>
              <a:gd name="connsiteY2" fmla="*/ 1017778 h 3254582"/>
              <a:gd name="connsiteX3" fmla="*/ 2986272 w 3432826"/>
              <a:gd name="connsiteY3" fmla="*/ 1803246 h 3254582"/>
              <a:gd name="connsiteX4" fmla="*/ 2553102 w 3432826"/>
              <a:gd name="connsiteY4" fmla="*/ 2465578 h 3254582"/>
              <a:gd name="connsiteX5" fmla="*/ 3305105 w 3432826"/>
              <a:gd name="connsiteY5" fmla="*/ 3254582 h 3254582"/>
              <a:gd name="connsiteX6" fmla="*/ 0 w 3432826"/>
              <a:gd name="connsiteY6" fmla="*/ 3245793 h 3254582"/>
              <a:gd name="connsiteX7" fmla="*/ 0 w 3432826"/>
              <a:gd name="connsiteY7" fmla="*/ 0 h 3254582"/>
              <a:gd name="connsiteX0" fmla="*/ 0 w 3646164"/>
              <a:gd name="connsiteY0" fmla="*/ 0 h 3275822"/>
              <a:gd name="connsiteX1" fmla="*/ 2734279 w 3646164"/>
              <a:gd name="connsiteY1" fmla="*/ 0 h 3275822"/>
              <a:gd name="connsiteX2" fmla="*/ 1897782 w 3646164"/>
              <a:gd name="connsiteY2" fmla="*/ 1017778 h 3275822"/>
              <a:gd name="connsiteX3" fmla="*/ 2986272 w 3646164"/>
              <a:gd name="connsiteY3" fmla="*/ 1803246 h 3275822"/>
              <a:gd name="connsiteX4" fmla="*/ 2553102 w 3646164"/>
              <a:gd name="connsiteY4" fmla="*/ 2465578 h 3275822"/>
              <a:gd name="connsiteX5" fmla="*/ 3460548 w 3646164"/>
              <a:gd name="connsiteY5" fmla="*/ 3205784 h 3275822"/>
              <a:gd name="connsiteX6" fmla="*/ 3305105 w 3646164"/>
              <a:gd name="connsiteY6" fmla="*/ 3254582 h 3275822"/>
              <a:gd name="connsiteX7" fmla="*/ 0 w 3646164"/>
              <a:gd name="connsiteY7" fmla="*/ 3245793 h 3275822"/>
              <a:gd name="connsiteX8" fmla="*/ 0 w 3646164"/>
              <a:gd name="connsiteY8" fmla="*/ 0 h 3275822"/>
              <a:gd name="connsiteX0" fmla="*/ 0 w 3573838"/>
              <a:gd name="connsiteY0" fmla="*/ 0 h 3290379"/>
              <a:gd name="connsiteX1" fmla="*/ 2734279 w 3573838"/>
              <a:gd name="connsiteY1" fmla="*/ 0 h 3290379"/>
              <a:gd name="connsiteX2" fmla="*/ 1897782 w 3573838"/>
              <a:gd name="connsiteY2" fmla="*/ 1017778 h 3290379"/>
              <a:gd name="connsiteX3" fmla="*/ 2986272 w 3573838"/>
              <a:gd name="connsiteY3" fmla="*/ 1803246 h 3290379"/>
              <a:gd name="connsiteX4" fmla="*/ 2553102 w 3573838"/>
              <a:gd name="connsiteY4" fmla="*/ 2465578 h 3290379"/>
              <a:gd name="connsiteX5" fmla="*/ 3254080 w 3573838"/>
              <a:gd name="connsiteY5" fmla="*/ 3227756 h 3290379"/>
              <a:gd name="connsiteX6" fmla="*/ 3305105 w 3573838"/>
              <a:gd name="connsiteY6" fmla="*/ 3254582 h 3290379"/>
              <a:gd name="connsiteX7" fmla="*/ 0 w 3573838"/>
              <a:gd name="connsiteY7" fmla="*/ 3245793 h 3290379"/>
              <a:gd name="connsiteX8" fmla="*/ 0 w 3573838"/>
              <a:gd name="connsiteY8" fmla="*/ 0 h 3290379"/>
              <a:gd name="connsiteX0" fmla="*/ 0 w 3561349"/>
              <a:gd name="connsiteY0" fmla="*/ 0 h 3260738"/>
              <a:gd name="connsiteX1" fmla="*/ 2734279 w 3561349"/>
              <a:gd name="connsiteY1" fmla="*/ 0 h 3260738"/>
              <a:gd name="connsiteX2" fmla="*/ 1897782 w 3561349"/>
              <a:gd name="connsiteY2" fmla="*/ 1017778 h 3260738"/>
              <a:gd name="connsiteX3" fmla="*/ 2986272 w 3561349"/>
              <a:gd name="connsiteY3" fmla="*/ 1803246 h 3260738"/>
              <a:gd name="connsiteX4" fmla="*/ 2553102 w 3561349"/>
              <a:gd name="connsiteY4" fmla="*/ 2465578 h 3260738"/>
              <a:gd name="connsiteX5" fmla="*/ 2950449 w 3561349"/>
              <a:gd name="connsiteY5" fmla="*/ 2854229 h 3260738"/>
              <a:gd name="connsiteX6" fmla="*/ 3254080 w 3561349"/>
              <a:gd name="connsiteY6" fmla="*/ 3227756 h 3260738"/>
              <a:gd name="connsiteX7" fmla="*/ 3305105 w 3561349"/>
              <a:gd name="connsiteY7" fmla="*/ 3254582 h 3260738"/>
              <a:gd name="connsiteX8" fmla="*/ 0 w 3561349"/>
              <a:gd name="connsiteY8" fmla="*/ 3245793 h 3260738"/>
              <a:gd name="connsiteX9" fmla="*/ 0 w 3561349"/>
              <a:gd name="connsiteY9" fmla="*/ 0 h 3260738"/>
              <a:gd name="connsiteX0" fmla="*/ 0 w 3466950"/>
              <a:gd name="connsiteY0" fmla="*/ 0 h 3263749"/>
              <a:gd name="connsiteX1" fmla="*/ 2734279 w 3466950"/>
              <a:gd name="connsiteY1" fmla="*/ 0 h 3263749"/>
              <a:gd name="connsiteX2" fmla="*/ 1897782 w 3466950"/>
              <a:gd name="connsiteY2" fmla="*/ 1017778 h 3263749"/>
              <a:gd name="connsiteX3" fmla="*/ 2986272 w 3466950"/>
              <a:gd name="connsiteY3" fmla="*/ 1803246 h 3263749"/>
              <a:gd name="connsiteX4" fmla="*/ 2553102 w 3466950"/>
              <a:gd name="connsiteY4" fmla="*/ 2465578 h 3263749"/>
              <a:gd name="connsiteX5" fmla="*/ 2950449 w 3466950"/>
              <a:gd name="connsiteY5" fmla="*/ 2854229 h 3263749"/>
              <a:gd name="connsiteX6" fmla="*/ 3254080 w 3466950"/>
              <a:gd name="connsiteY6" fmla="*/ 3227756 h 3263749"/>
              <a:gd name="connsiteX7" fmla="*/ 3305105 w 3466950"/>
              <a:gd name="connsiteY7" fmla="*/ 3254582 h 3263749"/>
              <a:gd name="connsiteX8" fmla="*/ 1104378 w 3466950"/>
              <a:gd name="connsiteY8" fmla="*/ 3254123 h 3263749"/>
              <a:gd name="connsiteX9" fmla="*/ 0 w 3466950"/>
              <a:gd name="connsiteY9" fmla="*/ 3245793 h 3263749"/>
              <a:gd name="connsiteX10" fmla="*/ 0 w 3466950"/>
              <a:gd name="connsiteY10" fmla="*/ 0 h 3263749"/>
              <a:gd name="connsiteX0" fmla="*/ 0 w 3466950"/>
              <a:gd name="connsiteY0" fmla="*/ 2172 h 3265921"/>
              <a:gd name="connsiteX1" fmla="*/ 1043653 w 3466950"/>
              <a:gd name="connsiteY1" fmla="*/ 0 h 3265921"/>
              <a:gd name="connsiteX2" fmla="*/ 2734279 w 3466950"/>
              <a:gd name="connsiteY2" fmla="*/ 2172 h 3265921"/>
              <a:gd name="connsiteX3" fmla="*/ 1897782 w 3466950"/>
              <a:gd name="connsiteY3" fmla="*/ 1019950 h 3265921"/>
              <a:gd name="connsiteX4" fmla="*/ 2986272 w 3466950"/>
              <a:gd name="connsiteY4" fmla="*/ 1805418 h 3265921"/>
              <a:gd name="connsiteX5" fmla="*/ 2553102 w 3466950"/>
              <a:gd name="connsiteY5" fmla="*/ 2467750 h 3265921"/>
              <a:gd name="connsiteX6" fmla="*/ 2950449 w 3466950"/>
              <a:gd name="connsiteY6" fmla="*/ 2856401 h 3265921"/>
              <a:gd name="connsiteX7" fmla="*/ 3254080 w 3466950"/>
              <a:gd name="connsiteY7" fmla="*/ 3229928 h 3265921"/>
              <a:gd name="connsiteX8" fmla="*/ 3305105 w 3466950"/>
              <a:gd name="connsiteY8" fmla="*/ 3256754 h 3265921"/>
              <a:gd name="connsiteX9" fmla="*/ 1104378 w 3466950"/>
              <a:gd name="connsiteY9" fmla="*/ 3256295 h 3265921"/>
              <a:gd name="connsiteX10" fmla="*/ 0 w 3466950"/>
              <a:gd name="connsiteY10" fmla="*/ 3247965 h 3265921"/>
              <a:gd name="connsiteX11" fmla="*/ 0 w 3466950"/>
              <a:gd name="connsiteY11" fmla="*/ 2172 h 3265921"/>
              <a:gd name="connsiteX0" fmla="*/ 0 w 3466950"/>
              <a:gd name="connsiteY0" fmla="*/ 3247965 h 3265921"/>
              <a:gd name="connsiteX1" fmla="*/ 1043653 w 3466950"/>
              <a:gd name="connsiteY1" fmla="*/ 0 h 3265921"/>
              <a:gd name="connsiteX2" fmla="*/ 2734279 w 3466950"/>
              <a:gd name="connsiteY2" fmla="*/ 2172 h 3265921"/>
              <a:gd name="connsiteX3" fmla="*/ 1897782 w 3466950"/>
              <a:gd name="connsiteY3" fmla="*/ 1019950 h 3265921"/>
              <a:gd name="connsiteX4" fmla="*/ 2986272 w 3466950"/>
              <a:gd name="connsiteY4" fmla="*/ 1805418 h 3265921"/>
              <a:gd name="connsiteX5" fmla="*/ 2553102 w 3466950"/>
              <a:gd name="connsiteY5" fmla="*/ 2467750 h 3265921"/>
              <a:gd name="connsiteX6" fmla="*/ 2950449 w 3466950"/>
              <a:gd name="connsiteY6" fmla="*/ 2856401 h 3265921"/>
              <a:gd name="connsiteX7" fmla="*/ 3254080 w 3466950"/>
              <a:gd name="connsiteY7" fmla="*/ 3229928 h 3265921"/>
              <a:gd name="connsiteX8" fmla="*/ 3305105 w 3466950"/>
              <a:gd name="connsiteY8" fmla="*/ 3256754 h 3265921"/>
              <a:gd name="connsiteX9" fmla="*/ 1104378 w 3466950"/>
              <a:gd name="connsiteY9" fmla="*/ 3256295 h 3265921"/>
              <a:gd name="connsiteX10" fmla="*/ 0 w 3466950"/>
              <a:gd name="connsiteY10" fmla="*/ 3247965 h 3265921"/>
              <a:gd name="connsiteX0" fmla="*/ 60725 w 2423297"/>
              <a:gd name="connsiteY0" fmla="*/ 3256295 h 3265921"/>
              <a:gd name="connsiteX1" fmla="*/ 0 w 2423297"/>
              <a:gd name="connsiteY1" fmla="*/ 0 h 3265921"/>
              <a:gd name="connsiteX2" fmla="*/ 1690626 w 2423297"/>
              <a:gd name="connsiteY2" fmla="*/ 2172 h 3265921"/>
              <a:gd name="connsiteX3" fmla="*/ 854129 w 2423297"/>
              <a:gd name="connsiteY3" fmla="*/ 1019950 h 3265921"/>
              <a:gd name="connsiteX4" fmla="*/ 1942619 w 2423297"/>
              <a:gd name="connsiteY4" fmla="*/ 1805418 h 3265921"/>
              <a:gd name="connsiteX5" fmla="*/ 1509449 w 2423297"/>
              <a:gd name="connsiteY5" fmla="*/ 2467750 h 3265921"/>
              <a:gd name="connsiteX6" fmla="*/ 1906796 w 2423297"/>
              <a:gd name="connsiteY6" fmla="*/ 2856401 h 3265921"/>
              <a:gd name="connsiteX7" fmla="*/ 2210427 w 2423297"/>
              <a:gd name="connsiteY7" fmla="*/ 3229928 h 3265921"/>
              <a:gd name="connsiteX8" fmla="*/ 2261452 w 2423297"/>
              <a:gd name="connsiteY8" fmla="*/ 3256754 h 3265921"/>
              <a:gd name="connsiteX9" fmla="*/ 60725 w 2423297"/>
              <a:gd name="connsiteY9" fmla="*/ 3256295 h 3265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423297" h="3265921">
                <a:moveTo>
                  <a:pt x="60725" y="3256295"/>
                </a:moveTo>
                <a:lnTo>
                  <a:pt x="0" y="0"/>
                </a:lnTo>
                <a:lnTo>
                  <a:pt x="1690626" y="2172"/>
                </a:lnTo>
                <a:cubicBezTo>
                  <a:pt x="1688654" y="270311"/>
                  <a:pt x="856101" y="751811"/>
                  <a:pt x="854129" y="1019950"/>
                </a:cubicBezTo>
                <a:cubicBezTo>
                  <a:pt x="787103" y="1429610"/>
                  <a:pt x="1803203" y="1434082"/>
                  <a:pt x="1942619" y="1805418"/>
                </a:cubicBezTo>
                <a:cubicBezTo>
                  <a:pt x="2143279" y="2053068"/>
                  <a:pt x="1515419" y="2292586"/>
                  <a:pt x="1509449" y="2467750"/>
                </a:cubicBezTo>
                <a:cubicBezTo>
                  <a:pt x="1503479" y="2642914"/>
                  <a:pt x="1789966" y="2729371"/>
                  <a:pt x="1906796" y="2856401"/>
                </a:cubicBezTo>
                <a:cubicBezTo>
                  <a:pt x="2023626" y="2983431"/>
                  <a:pt x="2139172" y="3166132"/>
                  <a:pt x="2210427" y="3229928"/>
                </a:cubicBezTo>
                <a:cubicBezTo>
                  <a:pt x="2281682" y="3293724"/>
                  <a:pt x="2619736" y="3252360"/>
                  <a:pt x="2261452" y="3256754"/>
                </a:cubicBezTo>
                <a:lnTo>
                  <a:pt x="60725" y="3256295"/>
                </a:lnTo>
                <a:close/>
              </a:path>
            </a:pathLst>
          </a:custGeom>
          <a:solidFill>
            <a:srgbClr val="004483">
              <a:alpha val="42000"/>
            </a:srgbClr>
          </a:solidFill>
          <a:ln>
            <a:solidFill>
              <a:srgbClr val="003457"/>
            </a:solidFill>
          </a:ln>
          <a:effectLst>
            <a:glow rad="50800">
              <a:srgbClr val="381C38">
                <a:alpha val="22000"/>
              </a:srgbClr>
            </a:glow>
            <a:outerShdw blurRad="50800" dist="50800" dir="5400000" algn="ctr" rotWithShape="0">
              <a:srgbClr val="000000">
                <a:alpha val="14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" name="Rectangle 122">
            <a:extLst>
              <a:ext uri="{FF2B5EF4-FFF2-40B4-BE49-F238E27FC236}">
                <a16:creationId xmlns:a16="http://schemas.microsoft.com/office/drawing/2014/main" id="{FC0D35E9-9730-0C9A-84E7-0E6A7D3AF79D}"/>
              </a:ext>
            </a:extLst>
          </p:cNvPr>
          <p:cNvSpPr/>
          <p:nvPr/>
        </p:nvSpPr>
        <p:spPr>
          <a:xfrm rot="16200000" flipV="1">
            <a:off x="4728790" y="-120058"/>
            <a:ext cx="2014701" cy="9587139"/>
          </a:xfrm>
          <a:custGeom>
            <a:avLst/>
            <a:gdLst>
              <a:gd name="connsiteX0" fmla="*/ 0 w 2734279"/>
              <a:gd name="connsiteY0" fmla="*/ 0 h 3245793"/>
              <a:gd name="connsiteX1" fmla="*/ 2734279 w 2734279"/>
              <a:gd name="connsiteY1" fmla="*/ 0 h 3245793"/>
              <a:gd name="connsiteX2" fmla="*/ 2734279 w 2734279"/>
              <a:gd name="connsiteY2" fmla="*/ 3245793 h 3245793"/>
              <a:gd name="connsiteX3" fmla="*/ 0 w 2734279"/>
              <a:gd name="connsiteY3" fmla="*/ 3245793 h 3245793"/>
              <a:gd name="connsiteX4" fmla="*/ 0 w 2734279"/>
              <a:gd name="connsiteY4" fmla="*/ 0 h 3245793"/>
              <a:gd name="connsiteX0" fmla="*/ 0 w 2734279"/>
              <a:gd name="connsiteY0" fmla="*/ 0 h 3245793"/>
              <a:gd name="connsiteX1" fmla="*/ 2734279 w 2734279"/>
              <a:gd name="connsiteY1" fmla="*/ 0 h 3245793"/>
              <a:gd name="connsiteX2" fmla="*/ 1897782 w 2734279"/>
              <a:gd name="connsiteY2" fmla="*/ 1017778 h 3245793"/>
              <a:gd name="connsiteX3" fmla="*/ 2734279 w 2734279"/>
              <a:gd name="connsiteY3" fmla="*/ 3245793 h 3245793"/>
              <a:gd name="connsiteX4" fmla="*/ 0 w 2734279"/>
              <a:gd name="connsiteY4" fmla="*/ 3245793 h 3245793"/>
              <a:gd name="connsiteX5" fmla="*/ 0 w 2734279"/>
              <a:gd name="connsiteY5" fmla="*/ 0 h 3245793"/>
              <a:gd name="connsiteX0" fmla="*/ 0 w 2734279"/>
              <a:gd name="connsiteY0" fmla="*/ 0 h 3245793"/>
              <a:gd name="connsiteX1" fmla="*/ 2734279 w 2734279"/>
              <a:gd name="connsiteY1" fmla="*/ 0 h 3245793"/>
              <a:gd name="connsiteX2" fmla="*/ 1897782 w 2734279"/>
              <a:gd name="connsiteY2" fmla="*/ 1017778 h 3245793"/>
              <a:gd name="connsiteX3" fmla="*/ 2734279 w 2734279"/>
              <a:gd name="connsiteY3" fmla="*/ 3245793 h 3245793"/>
              <a:gd name="connsiteX4" fmla="*/ 0 w 2734279"/>
              <a:gd name="connsiteY4" fmla="*/ 3245793 h 3245793"/>
              <a:gd name="connsiteX5" fmla="*/ 0 w 2734279"/>
              <a:gd name="connsiteY5" fmla="*/ 0 h 3245793"/>
              <a:gd name="connsiteX0" fmla="*/ 0 w 3121495"/>
              <a:gd name="connsiteY0" fmla="*/ 0 h 3245793"/>
              <a:gd name="connsiteX1" fmla="*/ 2734279 w 3121495"/>
              <a:gd name="connsiteY1" fmla="*/ 0 h 3245793"/>
              <a:gd name="connsiteX2" fmla="*/ 1897782 w 3121495"/>
              <a:gd name="connsiteY2" fmla="*/ 1017778 h 3245793"/>
              <a:gd name="connsiteX3" fmla="*/ 3056022 w 3121495"/>
              <a:gd name="connsiteY3" fmla="*/ 1764538 h 3245793"/>
              <a:gd name="connsiteX4" fmla="*/ 2734279 w 3121495"/>
              <a:gd name="connsiteY4" fmla="*/ 3245793 h 3245793"/>
              <a:gd name="connsiteX5" fmla="*/ 0 w 3121495"/>
              <a:gd name="connsiteY5" fmla="*/ 3245793 h 3245793"/>
              <a:gd name="connsiteX6" fmla="*/ 0 w 3121495"/>
              <a:gd name="connsiteY6" fmla="*/ 0 h 3245793"/>
              <a:gd name="connsiteX0" fmla="*/ 0 w 3094349"/>
              <a:gd name="connsiteY0" fmla="*/ 0 h 3245793"/>
              <a:gd name="connsiteX1" fmla="*/ 2734279 w 3094349"/>
              <a:gd name="connsiteY1" fmla="*/ 0 h 3245793"/>
              <a:gd name="connsiteX2" fmla="*/ 1897782 w 3094349"/>
              <a:gd name="connsiteY2" fmla="*/ 1017778 h 3245793"/>
              <a:gd name="connsiteX3" fmla="*/ 3056022 w 3094349"/>
              <a:gd name="connsiteY3" fmla="*/ 1764538 h 3245793"/>
              <a:gd name="connsiteX4" fmla="*/ 2553102 w 3094349"/>
              <a:gd name="connsiteY4" fmla="*/ 2465578 h 3245793"/>
              <a:gd name="connsiteX5" fmla="*/ 2734279 w 3094349"/>
              <a:gd name="connsiteY5" fmla="*/ 3245793 h 3245793"/>
              <a:gd name="connsiteX6" fmla="*/ 0 w 3094349"/>
              <a:gd name="connsiteY6" fmla="*/ 3245793 h 3245793"/>
              <a:gd name="connsiteX7" fmla="*/ 0 w 3094349"/>
              <a:gd name="connsiteY7" fmla="*/ 0 h 3245793"/>
              <a:gd name="connsiteX0" fmla="*/ 0 w 2916671"/>
              <a:gd name="connsiteY0" fmla="*/ 0 h 3245793"/>
              <a:gd name="connsiteX1" fmla="*/ 2734279 w 2916671"/>
              <a:gd name="connsiteY1" fmla="*/ 0 h 3245793"/>
              <a:gd name="connsiteX2" fmla="*/ 1897782 w 2916671"/>
              <a:gd name="connsiteY2" fmla="*/ 1017778 h 3245793"/>
              <a:gd name="connsiteX3" fmla="*/ 2682642 w 2916671"/>
              <a:gd name="connsiteY3" fmla="*/ 1855978 h 3245793"/>
              <a:gd name="connsiteX4" fmla="*/ 2553102 w 2916671"/>
              <a:gd name="connsiteY4" fmla="*/ 2465578 h 3245793"/>
              <a:gd name="connsiteX5" fmla="*/ 2734279 w 2916671"/>
              <a:gd name="connsiteY5" fmla="*/ 3245793 h 3245793"/>
              <a:gd name="connsiteX6" fmla="*/ 0 w 2916671"/>
              <a:gd name="connsiteY6" fmla="*/ 3245793 h 3245793"/>
              <a:gd name="connsiteX7" fmla="*/ 0 w 2916671"/>
              <a:gd name="connsiteY7" fmla="*/ 0 h 3245793"/>
              <a:gd name="connsiteX0" fmla="*/ 0 w 2772357"/>
              <a:gd name="connsiteY0" fmla="*/ 0 h 3250146"/>
              <a:gd name="connsiteX1" fmla="*/ 2734279 w 2772357"/>
              <a:gd name="connsiteY1" fmla="*/ 0 h 3250146"/>
              <a:gd name="connsiteX2" fmla="*/ 1897782 w 2772357"/>
              <a:gd name="connsiteY2" fmla="*/ 1017778 h 3250146"/>
              <a:gd name="connsiteX3" fmla="*/ 2682642 w 2772357"/>
              <a:gd name="connsiteY3" fmla="*/ 1855978 h 3250146"/>
              <a:gd name="connsiteX4" fmla="*/ 2553102 w 2772357"/>
              <a:gd name="connsiteY4" fmla="*/ 2465578 h 3250146"/>
              <a:gd name="connsiteX5" fmla="*/ 1765046 w 2772357"/>
              <a:gd name="connsiteY5" fmla="*/ 3250146 h 3250146"/>
              <a:gd name="connsiteX6" fmla="*/ 0 w 2772357"/>
              <a:gd name="connsiteY6" fmla="*/ 3245793 h 3250146"/>
              <a:gd name="connsiteX7" fmla="*/ 0 w 2772357"/>
              <a:gd name="connsiteY7" fmla="*/ 0 h 3250146"/>
              <a:gd name="connsiteX0" fmla="*/ 0 w 2734280"/>
              <a:gd name="connsiteY0" fmla="*/ 0 h 3250146"/>
              <a:gd name="connsiteX1" fmla="*/ 2734279 w 2734280"/>
              <a:gd name="connsiteY1" fmla="*/ 0 h 3250146"/>
              <a:gd name="connsiteX2" fmla="*/ 1897782 w 2734280"/>
              <a:gd name="connsiteY2" fmla="*/ 1017778 h 3250146"/>
              <a:gd name="connsiteX3" fmla="*/ 2682642 w 2734280"/>
              <a:gd name="connsiteY3" fmla="*/ 1855978 h 3250146"/>
              <a:gd name="connsiteX4" fmla="*/ 1494124 w 2734280"/>
              <a:gd name="connsiteY4" fmla="*/ 2487342 h 3250146"/>
              <a:gd name="connsiteX5" fmla="*/ 1765046 w 2734280"/>
              <a:gd name="connsiteY5" fmla="*/ 3250146 h 3250146"/>
              <a:gd name="connsiteX6" fmla="*/ 0 w 2734280"/>
              <a:gd name="connsiteY6" fmla="*/ 3245793 h 3250146"/>
              <a:gd name="connsiteX7" fmla="*/ 0 w 2734280"/>
              <a:gd name="connsiteY7" fmla="*/ 0 h 3250146"/>
              <a:gd name="connsiteX0" fmla="*/ 0 w 2734278"/>
              <a:gd name="connsiteY0" fmla="*/ 0 h 3250146"/>
              <a:gd name="connsiteX1" fmla="*/ 2734279 w 2734278"/>
              <a:gd name="connsiteY1" fmla="*/ 0 h 3250146"/>
              <a:gd name="connsiteX2" fmla="*/ 1897782 w 2734278"/>
              <a:gd name="connsiteY2" fmla="*/ 1017778 h 3250146"/>
              <a:gd name="connsiteX3" fmla="*/ 2521103 w 2734278"/>
              <a:gd name="connsiteY3" fmla="*/ 1960450 h 3250146"/>
              <a:gd name="connsiteX4" fmla="*/ 1494124 w 2734278"/>
              <a:gd name="connsiteY4" fmla="*/ 2487342 h 3250146"/>
              <a:gd name="connsiteX5" fmla="*/ 1765046 w 2734278"/>
              <a:gd name="connsiteY5" fmla="*/ 3250146 h 3250146"/>
              <a:gd name="connsiteX6" fmla="*/ 0 w 2734278"/>
              <a:gd name="connsiteY6" fmla="*/ 3245793 h 3250146"/>
              <a:gd name="connsiteX7" fmla="*/ 0 w 2734278"/>
              <a:gd name="connsiteY7" fmla="*/ 0 h 3250146"/>
              <a:gd name="connsiteX0" fmla="*/ 0 w 3147103"/>
              <a:gd name="connsiteY0" fmla="*/ 1 h 3250147"/>
              <a:gd name="connsiteX1" fmla="*/ 3147102 w 3147103"/>
              <a:gd name="connsiteY1" fmla="*/ 0 h 3250147"/>
              <a:gd name="connsiteX2" fmla="*/ 1897782 w 3147103"/>
              <a:gd name="connsiteY2" fmla="*/ 1017779 h 3250147"/>
              <a:gd name="connsiteX3" fmla="*/ 2521103 w 3147103"/>
              <a:gd name="connsiteY3" fmla="*/ 1960451 h 3250147"/>
              <a:gd name="connsiteX4" fmla="*/ 1494124 w 3147103"/>
              <a:gd name="connsiteY4" fmla="*/ 2487343 h 3250147"/>
              <a:gd name="connsiteX5" fmla="*/ 1765046 w 3147103"/>
              <a:gd name="connsiteY5" fmla="*/ 3250147 h 3250147"/>
              <a:gd name="connsiteX6" fmla="*/ 0 w 3147103"/>
              <a:gd name="connsiteY6" fmla="*/ 3245794 h 3250147"/>
              <a:gd name="connsiteX7" fmla="*/ 0 w 3147103"/>
              <a:gd name="connsiteY7" fmla="*/ 1 h 3250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47103" h="3250147">
                <a:moveTo>
                  <a:pt x="0" y="1"/>
                </a:moveTo>
                <a:lnTo>
                  <a:pt x="3147102" y="0"/>
                </a:lnTo>
                <a:cubicBezTo>
                  <a:pt x="3145130" y="268139"/>
                  <a:pt x="1899754" y="749640"/>
                  <a:pt x="1897782" y="1017779"/>
                </a:cubicBezTo>
                <a:cubicBezTo>
                  <a:pt x="1830756" y="1427439"/>
                  <a:pt x="2381687" y="1589115"/>
                  <a:pt x="2521103" y="1960451"/>
                </a:cubicBezTo>
                <a:cubicBezTo>
                  <a:pt x="2721763" y="2208101"/>
                  <a:pt x="1620133" y="2272394"/>
                  <a:pt x="1494124" y="2487343"/>
                </a:cubicBezTo>
                <a:cubicBezTo>
                  <a:pt x="1368115" y="2702292"/>
                  <a:pt x="2282003" y="3126461"/>
                  <a:pt x="1765046" y="3250147"/>
                </a:cubicBezTo>
                <a:lnTo>
                  <a:pt x="0" y="3245794"/>
                </a:lnTo>
                <a:lnTo>
                  <a:pt x="0" y="1"/>
                </a:lnTo>
                <a:close/>
              </a:path>
            </a:pathLst>
          </a:custGeom>
          <a:solidFill>
            <a:srgbClr val="003E79">
              <a:alpha val="42000"/>
            </a:srgbClr>
          </a:solidFill>
          <a:ln>
            <a:noFill/>
          </a:ln>
          <a:effectLst>
            <a:glow rad="50800">
              <a:srgbClr val="381C38">
                <a:alpha val="22000"/>
              </a:srgbClr>
            </a:glow>
            <a:outerShdw blurRad="50800" dist="50800" dir="5400000" algn="ctr" rotWithShape="0">
              <a:srgbClr val="000000">
                <a:alpha val="14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B41F3C-C026-22E9-AC42-0E4A597770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345" y="4404512"/>
            <a:ext cx="7162800" cy="1276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553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B540-C694-2B40-EADE-37B8CC996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FCD7FF7-7E8E-AF1B-7728-E992B635B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290" y="1009866"/>
            <a:ext cx="8373644" cy="472505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1AC2567-FFB3-C044-AB7F-4CE93BB01295}"/>
              </a:ext>
            </a:extLst>
          </p:cNvPr>
          <p:cNvSpPr/>
          <p:nvPr/>
        </p:nvSpPr>
        <p:spPr>
          <a:xfrm>
            <a:off x="1431508" y="888242"/>
            <a:ext cx="8996473" cy="5081516"/>
          </a:xfrm>
          <a:prstGeom prst="roundRect">
            <a:avLst>
              <a:gd name="adj" fmla="val 3570"/>
            </a:avLst>
          </a:prstGeom>
          <a:blipFill dpi="0" rotWithShape="1">
            <a:blip r:embed="rId3">
              <a:alphaModFix amt="24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22">
            <a:extLst>
              <a:ext uri="{FF2B5EF4-FFF2-40B4-BE49-F238E27FC236}">
                <a16:creationId xmlns:a16="http://schemas.microsoft.com/office/drawing/2014/main" id="{3E33E2FD-2316-1DF0-77CC-F7A20998A56E}"/>
              </a:ext>
            </a:extLst>
          </p:cNvPr>
          <p:cNvSpPr/>
          <p:nvPr/>
        </p:nvSpPr>
        <p:spPr>
          <a:xfrm rot="16200000">
            <a:off x="4589134" y="-204067"/>
            <a:ext cx="2292639" cy="9542801"/>
          </a:xfrm>
          <a:custGeom>
            <a:avLst/>
            <a:gdLst>
              <a:gd name="connsiteX0" fmla="*/ 0 w 2734279"/>
              <a:gd name="connsiteY0" fmla="*/ 0 h 3245793"/>
              <a:gd name="connsiteX1" fmla="*/ 2734279 w 2734279"/>
              <a:gd name="connsiteY1" fmla="*/ 0 h 3245793"/>
              <a:gd name="connsiteX2" fmla="*/ 2734279 w 2734279"/>
              <a:gd name="connsiteY2" fmla="*/ 3245793 h 3245793"/>
              <a:gd name="connsiteX3" fmla="*/ 0 w 2734279"/>
              <a:gd name="connsiteY3" fmla="*/ 3245793 h 3245793"/>
              <a:gd name="connsiteX4" fmla="*/ 0 w 2734279"/>
              <a:gd name="connsiteY4" fmla="*/ 0 h 3245793"/>
              <a:gd name="connsiteX0" fmla="*/ 0 w 2734279"/>
              <a:gd name="connsiteY0" fmla="*/ 0 h 3245793"/>
              <a:gd name="connsiteX1" fmla="*/ 2734279 w 2734279"/>
              <a:gd name="connsiteY1" fmla="*/ 0 h 3245793"/>
              <a:gd name="connsiteX2" fmla="*/ 1897782 w 2734279"/>
              <a:gd name="connsiteY2" fmla="*/ 1017778 h 3245793"/>
              <a:gd name="connsiteX3" fmla="*/ 2734279 w 2734279"/>
              <a:gd name="connsiteY3" fmla="*/ 3245793 h 3245793"/>
              <a:gd name="connsiteX4" fmla="*/ 0 w 2734279"/>
              <a:gd name="connsiteY4" fmla="*/ 3245793 h 3245793"/>
              <a:gd name="connsiteX5" fmla="*/ 0 w 2734279"/>
              <a:gd name="connsiteY5" fmla="*/ 0 h 3245793"/>
              <a:gd name="connsiteX0" fmla="*/ 0 w 2734279"/>
              <a:gd name="connsiteY0" fmla="*/ 0 h 3245793"/>
              <a:gd name="connsiteX1" fmla="*/ 2734279 w 2734279"/>
              <a:gd name="connsiteY1" fmla="*/ 0 h 3245793"/>
              <a:gd name="connsiteX2" fmla="*/ 1897782 w 2734279"/>
              <a:gd name="connsiteY2" fmla="*/ 1017778 h 3245793"/>
              <a:gd name="connsiteX3" fmla="*/ 2734279 w 2734279"/>
              <a:gd name="connsiteY3" fmla="*/ 3245793 h 3245793"/>
              <a:gd name="connsiteX4" fmla="*/ 0 w 2734279"/>
              <a:gd name="connsiteY4" fmla="*/ 3245793 h 3245793"/>
              <a:gd name="connsiteX5" fmla="*/ 0 w 2734279"/>
              <a:gd name="connsiteY5" fmla="*/ 0 h 3245793"/>
              <a:gd name="connsiteX0" fmla="*/ 0 w 3121495"/>
              <a:gd name="connsiteY0" fmla="*/ 0 h 3245793"/>
              <a:gd name="connsiteX1" fmla="*/ 2734279 w 3121495"/>
              <a:gd name="connsiteY1" fmla="*/ 0 h 3245793"/>
              <a:gd name="connsiteX2" fmla="*/ 1897782 w 3121495"/>
              <a:gd name="connsiteY2" fmla="*/ 1017778 h 3245793"/>
              <a:gd name="connsiteX3" fmla="*/ 3056022 w 3121495"/>
              <a:gd name="connsiteY3" fmla="*/ 1764538 h 3245793"/>
              <a:gd name="connsiteX4" fmla="*/ 2734279 w 3121495"/>
              <a:gd name="connsiteY4" fmla="*/ 3245793 h 3245793"/>
              <a:gd name="connsiteX5" fmla="*/ 0 w 3121495"/>
              <a:gd name="connsiteY5" fmla="*/ 3245793 h 3245793"/>
              <a:gd name="connsiteX6" fmla="*/ 0 w 3121495"/>
              <a:gd name="connsiteY6" fmla="*/ 0 h 3245793"/>
              <a:gd name="connsiteX0" fmla="*/ 0 w 3094349"/>
              <a:gd name="connsiteY0" fmla="*/ 0 h 3245793"/>
              <a:gd name="connsiteX1" fmla="*/ 2734279 w 3094349"/>
              <a:gd name="connsiteY1" fmla="*/ 0 h 3245793"/>
              <a:gd name="connsiteX2" fmla="*/ 1897782 w 3094349"/>
              <a:gd name="connsiteY2" fmla="*/ 1017778 h 3245793"/>
              <a:gd name="connsiteX3" fmla="*/ 3056022 w 3094349"/>
              <a:gd name="connsiteY3" fmla="*/ 1764538 h 3245793"/>
              <a:gd name="connsiteX4" fmla="*/ 2553102 w 3094349"/>
              <a:gd name="connsiteY4" fmla="*/ 2465578 h 3245793"/>
              <a:gd name="connsiteX5" fmla="*/ 2734279 w 3094349"/>
              <a:gd name="connsiteY5" fmla="*/ 3245793 h 3245793"/>
              <a:gd name="connsiteX6" fmla="*/ 0 w 3094349"/>
              <a:gd name="connsiteY6" fmla="*/ 3245793 h 3245793"/>
              <a:gd name="connsiteX7" fmla="*/ 0 w 3094349"/>
              <a:gd name="connsiteY7" fmla="*/ 0 h 3245793"/>
              <a:gd name="connsiteX0" fmla="*/ 0 w 2916671"/>
              <a:gd name="connsiteY0" fmla="*/ 0 h 3245793"/>
              <a:gd name="connsiteX1" fmla="*/ 2734279 w 2916671"/>
              <a:gd name="connsiteY1" fmla="*/ 0 h 3245793"/>
              <a:gd name="connsiteX2" fmla="*/ 1897782 w 2916671"/>
              <a:gd name="connsiteY2" fmla="*/ 1017778 h 3245793"/>
              <a:gd name="connsiteX3" fmla="*/ 2682642 w 2916671"/>
              <a:gd name="connsiteY3" fmla="*/ 1855978 h 3245793"/>
              <a:gd name="connsiteX4" fmla="*/ 2553102 w 2916671"/>
              <a:gd name="connsiteY4" fmla="*/ 2465578 h 3245793"/>
              <a:gd name="connsiteX5" fmla="*/ 2734279 w 2916671"/>
              <a:gd name="connsiteY5" fmla="*/ 3245793 h 3245793"/>
              <a:gd name="connsiteX6" fmla="*/ 0 w 2916671"/>
              <a:gd name="connsiteY6" fmla="*/ 3245793 h 3245793"/>
              <a:gd name="connsiteX7" fmla="*/ 0 w 2916671"/>
              <a:gd name="connsiteY7" fmla="*/ 0 h 3245793"/>
              <a:gd name="connsiteX0" fmla="*/ 0 w 3436755"/>
              <a:gd name="connsiteY0" fmla="*/ 0 h 3254582"/>
              <a:gd name="connsiteX1" fmla="*/ 2734279 w 3436755"/>
              <a:gd name="connsiteY1" fmla="*/ 0 h 3254582"/>
              <a:gd name="connsiteX2" fmla="*/ 1897782 w 3436755"/>
              <a:gd name="connsiteY2" fmla="*/ 1017778 h 3254582"/>
              <a:gd name="connsiteX3" fmla="*/ 2682642 w 3436755"/>
              <a:gd name="connsiteY3" fmla="*/ 1855978 h 3254582"/>
              <a:gd name="connsiteX4" fmla="*/ 2553102 w 3436755"/>
              <a:gd name="connsiteY4" fmla="*/ 2465578 h 3254582"/>
              <a:gd name="connsiteX5" fmla="*/ 3305105 w 3436755"/>
              <a:gd name="connsiteY5" fmla="*/ 3254582 h 3254582"/>
              <a:gd name="connsiteX6" fmla="*/ 0 w 3436755"/>
              <a:gd name="connsiteY6" fmla="*/ 3245793 h 3254582"/>
              <a:gd name="connsiteX7" fmla="*/ 0 w 3436755"/>
              <a:gd name="connsiteY7" fmla="*/ 0 h 3254582"/>
              <a:gd name="connsiteX0" fmla="*/ 0 w 3432826"/>
              <a:gd name="connsiteY0" fmla="*/ 0 h 3254582"/>
              <a:gd name="connsiteX1" fmla="*/ 2734279 w 3432826"/>
              <a:gd name="connsiteY1" fmla="*/ 0 h 3254582"/>
              <a:gd name="connsiteX2" fmla="*/ 1897782 w 3432826"/>
              <a:gd name="connsiteY2" fmla="*/ 1017778 h 3254582"/>
              <a:gd name="connsiteX3" fmla="*/ 2986272 w 3432826"/>
              <a:gd name="connsiteY3" fmla="*/ 1803246 h 3254582"/>
              <a:gd name="connsiteX4" fmla="*/ 2553102 w 3432826"/>
              <a:gd name="connsiteY4" fmla="*/ 2465578 h 3254582"/>
              <a:gd name="connsiteX5" fmla="*/ 3305105 w 3432826"/>
              <a:gd name="connsiteY5" fmla="*/ 3254582 h 3254582"/>
              <a:gd name="connsiteX6" fmla="*/ 0 w 3432826"/>
              <a:gd name="connsiteY6" fmla="*/ 3245793 h 3254582"/>
              <a:gd name="connsiteX7" fmla="*/ 0 w 3432826"/>
              <a:gd name="connsiteY7" fmla="*/ 0 h 3254582"/>
              <a:gd name="connsiteX0" fmla="*/ 0 w 3646164"/>
              <a:gd name="connsiteY0" fmla="*/ 0 h 3275822"/>
              <a:gd name="connsiteX1" fmla="*/ 2734279 w 3646164"/>
              <a:gd name="connsiteY1" fmla="*/ 0 h 3275822"/>
              <a:gd name="connsiteX2" fmla="*/ 1897782 w 3646164"/>
              <a:gd name="connsiteY2" fmla="*/ 1017778 h 3275822"/>
              <a:gd name="connsiteX3" fmla="*/ 2986272 w 3646164"/>
              <a:gd name="connsiteY3" fmla="*/ 1803246 h 3275822"/>
              <a:gd name="connsiteX4" fmla="*/ 2553102 w 3646164"/>
              <a:gd name="connsiteY4" fmla="*/ 2465578 h 3275822"/>
              <a:gd name="connsiteX5" fmla="*/ 3460548 w 3646164"/>
              <a:gd name="connsiteY5" fmla="*/ 3205784 h 3275822"/>
              <a:gd name="connsiteX6" fmla="*/ 3305105 w 3646164"/>
              <a:gd name="connsiteY6" fmla="*/ 3254582 h 3275822"/>
              <a:gd name="connsiteX7" fmla="*/ 0 w 3646164"/>
              <a:gd name="connsiteY7" fmla="*/ 3245793 h 3275822"/>
              <a:gd name="connsiteX8" fmla="*/ 0 w 3646164"/>
              <a:gd name="connsiteY8" fmla="*/ 0 h 3275822"/>
              <a:gd name="connsiteX0" fmla="*/ 0 w 3573838"/>
              <a:gd name="connsiteY0" fmla="*/ 0 h 3290379"/>
              <a:gd name="connsiteX1" fmla="*/ 2734279 w 3573838"/>
              <a:gd name="connsiteY1" fmla="*/ 0 h 3290379"/>
              <a:gd name="connsiteX2" fmla="*/ 1897782 w 3573838"/>
              <a:gd name="connsiteY2" fmla="*/ 1017778 h 3290379"/>
              <a:gd name="connsiteX3" fmla="*/ 2986272 w 3573838"/>
              <a:gd name="connsiteY3" fmla="*/ 1803246 h 3290379"/>
              <a:gd name="connsiteX4" fmla="*/ 2553102 w 3573838"/>
              <a:gd name="connsiteY4" fmla="*/ 2465578 h 3290379"/>
              <a:gd name="connsiteX5" fmla="*/ 3254080 w 3573838"/>
              <a:gd name="connsiteY5" fmla="*/ 3227756 h 3290379"/>
              <a:gd name="connsiteX6" fmla="*/ 3305105 w 3573838"/>
              <a:gd name="connsiteY6" fmla="*/ 3254582 h 3290379"/>
              <a:gd name="connsiteX7" fmla="*/ 0 w 3573838"/>
              <a:gd name="connsiteY7" fmla="*/ 3245793 h 3290379"/>
              <a:gd name="connsiteX8" fmla="*/ 0 w 3573838"/>
              <a:gd name="connsiteY8" fmla="*/ 0 h 3290379"/>
              <a:gd name="connsiteX0" fmla="*/ 0 w 3561349"/>
              <a:gd name="connsiteY0" fmla="*/ 0 h 3260738"/>
              <a:gd name="connsiteX1" fmla="*/ 2734279 w 3561349"/>
              <a:gd name="connsiteY1" fmla="*/ 0 h 3260738"/>
              <a:gd name="connsiteX2" fmla="*/ 1897782 w 3561349"/>
              <a:gd name="connsiteY2" fmla="*/ 1017778 h 3260738"/>
              <a:gd name="connsiteX3" fmla="*/ 2986272 w 3561349"/>
              <a:gd name="connsiteY3" fmla="*/ 1803246 h 3260738"/>
              <a:gd name="connsiteX4" fmla="*/ 2553102 w 3561349"/>
              <a:gd name="connsiteY4" fmla="*/ 2465578 h 3260738"/>
              <a:gd name="connsiteX5" fmla="*/ 2950449 w 3561349"/>
              <a:gd name="connsiteY5" fmla="*/ 2854229 h 3260738"/>
              <a:gd name="connsiteX6" fmla="*/ 3254080 w 3561349"/>
              <a:gd name="connsiteY6" fmla="*/ 3227756 h 3260738"/>
              <a:gd name="connsiteX7" fmla="*/ 3305105 w 3561349"/>
              <a:gd name="connsiteY7" fmla="*/ 3254582 h 3260738"/>
              <a:gd name="connsiteX8" fmla="*/ 0 w 3561349"/>
              <a:gd name="connsiteY8" fmla="*/ 3245793 h 3260738"/>
              <a:gd name="connsiteX9" fmla="*/ 0 w 3561349"/>
              <a:gd name="connsiteY9" fmla="*/ 0 h 3260738"/>
              <a:gd name="connsiteX0" fmla="*/ 0 w 3466950"/>
              <a:gd name="connsiteY0" fmla="*/ 0 h 3263749"/>
              <a:gd name="connsiteX1" fmla="*/ 2734279 w 3466950"/>
              <a:gd name="connsiteY1" fmla="*/ 0 h 3263749"/>
              <a:gd name="connsiteX2" fmla="*/ 1897782 w 3466950"/>
              <a:gd name="connsiteY2" fmla="*/ 1017778 h 3263749"/>
              <a:gd name="connsiteX3" fmla="*/ 2986272 w 3466950"/>
              <a:gd name="connsiteY3" fmla="*/ 1803246 h 3263749"/>
              <a:gd name="connsiteX4" fmla="*/ 2553102 w 3466950"/>
              <a:gd name="connsiteY4" fmla="*/ 2465578 h 3263749"/>
              <a:gd name="connsiteX5" fmla="*/ 2950449 w 3466950"/>
              <a:gd name="connsiteY5" fmla="*/ 2854229 h 3263749"/>
              <a:gd name="connsiteX6" fmla="*/ 3254080 w 3466950"/>
              <a:gd name="connsiteY6" fmla="*/ 3227756 h 3263749"/>
              <a:gd name="connsiteX7" fmla="*/ 3305105 w 3466950"/>
              <a:gd name="connsiteY7" fmla="*/ 3254582 h 3263749"/>
              <a:gd name="connsiteX8" fmla="*/ 1104378 w 3466950"/>
              <a:gd name="connsiteY8" fmla="*/ 3254123 h 3263749"/>
              <a:gd name="connsiteX9" fmla="*/ 0 w 3466950"/>
              <a:gd name="connsiteY9" fmla="*/ 3245793 h 3263749"/>
              <a:gd name="connsiteX10" fmla="*/ 0 w 3466950"/>
              <a:gd name="connsiteY10" fmla="*/ 0 h 3263749"/>
              <a:gd name="connsiteX0" fmla="*/ 0 w 3466950"/>
              <a:gd name="connsiteY0" fmla="*/ 2172 h 3265921"/>
              <a:gd name="connsiteX1" fmla="*/ 1043653 w 3466950"/>
              <a:gd name="connsiteY1" fmla="*/ 0 h 3265921"/>
              <a:gd name="connsiteX2" fmla="*/ 2734279 w 3466950"/>
              <a:gd name="connsiteY2" fmla="*/ 2172 h 3265921"/>
              <a:gd name="connsiteX3" fmla="*/ 1897782 w 3466950"/>
              <a:gd name="connsiteY3" fmla="*/ 1019950 h 3265921"/>
              <a:gd name="connsiteX4" fmla="*/ 2986272 w 3466950"/>
              <a:gd name="connsiteY4" fmla="*/ 1805418 h 3265921"/>
              <a:gd name="connsiteX5" fmla="*/ 2553102 w 3466950"/>
              <a:gd name="connsiteY5" fmla="*/ 2467750 h 3265921"/>
              <a:gd name="connsiteX6" fmla="*/ 2950449 w 3466950"/>
              <a:gd name="connsiteY6" fmla="*/ 2856401 h 3265921"/>
              <a:gd name="connsiteX7" fmla="*/ 3254080 w 3466950"/>
              <a:gd name="connsiteY7" fmla="*/ 3229928 h 3265921"/>
              <a:gd name="connsiteX8" fmla="*/ 3305105 w 3466950"/>
              <a:gd name="connsiteY8" fmla="*/ 3256754 h 3265921"/>
              <a:gd name="connsiteX9" fmla="*/ 1104378 w 3466950"/>
              <a:gd name="connsiteY9" fmla="*/ 3256295 h 3265921"/>
              <a:gd name="connsiteX10" fmla="*/ 0 w 3466950"/>
              <a:gd name="connsiteY10" fmla="*/ 3247965 h 3265921"/>
              <a:gd name="connsiteX11" fmla="*/ 0 w 3466950"/>
              <a:gd name="connsiteY11" fmla="*/ 2172 h 3265921"/>
              <a:gd name="connsiteX0" fmla="*/ 0 w 3466950"/>
              <a:gd name="connsiteY0" fmla="*/ 3247965 h 3265921"/>
              <a:gd name="connsiteX1" fmla="*/ 1043653 w 3466950"/>
              <a:gd name="connsiteY1" fmla="*/ 0 h 3265921"/>
              <a:gd name="connsiteX2" fmla="*/ 2734279 w 3466950"/>
              <a:gd name="connsiteY2" fmla="*/ 2172 h 3265921"/>
              <a:gd name="connsiteX3" fmla="*/ 1897782 w 3466950"/>
              <a:gd name="connsiteY3" fmla="*/ 1019950 h 3265921"/>
              <a:gd name="connsiteX4" fmla="*/ 2986272 w 3466950"/>
              <a:gd name="connsiteY4" fmla="*/ 1805418 h 3265921"/>
              <a:gd name="connsiteX5" fmla="*/ 2553102 w 3466950"/>
              <a:gd name="connsiteY5" fmla="*/ 2467750 h 3265921"/>
              <a:gd name="connsiteX6" fmla="*/ 2950449 w 3466950"/>
              <a:gd name="connsiteY6" fmla="*/ 2856401 h 3265921"/>
              <a:gd name="connsiteX7" fmla="*/ 3254080 w 3466950"/>
              <a:gd name="connsiteY7" fmla="*/ 3229928 h 3265921"/>
              <a:gd name="connsiteX8" fmla="*/ 3305105 w 3466950"/>
              <a:gd name="connsiteY8" fmla="*/ 3256754 h 3265921"/>
              <a:gd name="connsiteX9" fmla="*/ 1104378 w 3466950"/>
              <a:gd name="connsiteY9" fmla="*/ 3256295 h 3265921"/>
              <a:gd name="connsiteX10" fmla="*/ 0 w 3466950"/>
              <a:gd name="connsiteY10" fmla="*/ 3247965 h 3265921"/>
              <a:gd name="connsiteX0" fmla="*/ 60725 w 2423297"/>
              <a:gd name="connsiteY0" fmla="*/ 3256295 h 3265921"/>
              <a:gd name="connsiteX1" fmla="*/ 0 w 2423297"/>
              <a:gd name="connsiteY1" fmla="*/ 0 h 3265921"/>
              <a:gd name="connsiteX2" fmla="*/ 1690626 w 2423297"/>
              <a:gd name="connsiteY2" fmla="*/ 2172 h 3265921"/>
              <a:gd name="connsiteX3" fmla="*/ 854129 w 2423297"/>
              <a:gd name="connsiteY3" fmla="*/ 1019950 h 3265921"/>
              <a:gd name="connsiteX4" fmla="*/ 1942619 w 2423297"/>
              <a:gd name="connsiteY4" fmla="*/ 1805418 h 3265921"/>
              <a:gd name="connsiteX5" fmla="*/ 1509449 w 2423297"/>
              <a:gd name="connsiteY5" fmla="*/ 2467750 h 3265921"/>
              <a:gd name="connsiteX6" fmla="*/ 1906796 w 2423297"/>
              <a:gd name="connsiteY6" fmla="*/ 2856401 h 3265921"/>
              <a:gd name="connsiteX7" fmla="*/ 2210427 w 2423297"/>
              <a:gd name="connsiteY7" fmla="*/ 3229928 h 3265921"/>
              <a:gd name="connsiteX8" fmla="*/ 2261452 w 2423297"/>
              <a:gd name="connsiteY8" fmla="*/ 3256754 h 3265921"/>
              <a:gd name="connsiteX9" fmla="*/ 60725 w 2423297"/>
              <a:gd name="connsiteY9" fmla="*/ 3256295 h 3265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423297" h="3265921">
                <a:moveTo>
                  <a:pt x="60725" y="3256295"/>
                </a:moveTo>
                <a:lnTo>
                  <a:pt x="0" y="0"/>
                </a:lnTo>
                <a:lnTo>
                  <a:pt x="1690626" y="2172"/>
                </a:lnTo>
                <a:cubicBezTo>
                  <a:pt x="1688654" y="270311"/>
                  <a:pt x="856101" y="751811"/>
                  <a:pt x="854129" y="1019950"/>
                </a:cubicBezTo>
                <a:cubicBezTo>
                  <a:pt x="787103" y="1429610"/>
                  <a:pt x="1803203" y="1434082"/>
                  <a:pt x="1942619" y="1805418"/>
                </a:cubicBezTo>
                <a:cubicBezTo>
                  <a:pt x="2143279" y="2053068"/>
                  <a:pt x="1515419" y="2292586"/>
                  <a:pt x="1509449" y="2467750"/>
                </a:cubicBezTo>
                <a:cubicBezTo>
                  <a:pt x="1503479" y="2642914"/>
                  <a:pt x="1789966" y="2729371"/>
                  <a:pt x="1906796" y="2856401"/>
                </a:cubicBezTo>
                <a:cubicBezTo>
                  <a:pt x="2023626" y="2983431"/>
                  <a:pt x="2139172" y="3166132"/>
                  <a:pt x="2210427" y="3229928"/>
                </a:cubicBezTo>
                <a:cubicBezTo>
                  <a:pt x="2281682" y="3293724"/>
                  <a:pt x="2619736" y="3252360"/>
                  <a:pt x="2261452" y="3256754"/>
                </a:cubicBezTo>
                <a:lnTo>
                  <a:pt x="60725" y="3256295"/>
                </a:lnTo>
                <a:close/>
              </a:path>
            </a:pathLst>
          </a:custGeom>
          <a:solidFill>
            <a:srgbClr val="004483">
              <a:alpha val="42000"/>
            </a:srgbClr>
          </a:solidFill>
          <a:ln>
            <a:solidFill>
              <a:srgbClr val="003457"/>
            </a:solidFill>
          </a:ln>
          <a:effectLst>
            <a:glow rad="50800">
              <a:srgbClr val="381C38">
                <a:alpha val="22000"/>
              </a:srgbClr>
            </a:glow>
            <a:outerShdw blurRad="50800" dist="50800" dir="5400000" algn="ctr" rotWithShape="0">
              <a:srgbClr val="000000">
                <a:alpha val="14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" name="Rectangle 122">
            <a:extLst>
              <a:ext uri="{FF2B5EF4-FFF2-40B4-BE49-F238E27FC236}">
                <a16:creationId xmlns:a16="http://schemas.microsoft.com/office/drawing/2014/main" id="{374A398A-CE74-F347-A872-BF3A14EB3FC9}"/>
              </a:ext>
            </a:extLst>
          </p:cNvPr>
          <p:cNvSpPr/>
          <p:nvPr/>
        </p:nvSpPr>
        <p:spPr>
          <a:xfrm rot="16200000" flipV="1">
            <a:off x="4728790" y="-120058"/>
            <a:ext cx="2014701" cy="9587139"/>
          </a:xfrm>
          <a:custGeom>
            <a:avLst/>
            <a:gdLst>
              <a:gd name="connsiteX0" fmla="*/ 0 w 2734279"/>
              <a:gd name="connsiteY0" fmla="*/ 0 h 3245793"/>
              <a:gd name="connsiteX1" fmla="*/ 2734279 w 2734279"/>
              <a:gd name="connsiteY1" fmla="*/ 0 h 3245793"/>
              <a:gd name="connsiteX2" fmla="*/ 2734279 w 2734279"/>
              <a:gd name="connsiteY2" fmla="*/ 3245793 h 3245793"/>
              <a:gd name="connsiteX3" fmla="*/ 0 w 2734279"/>
              <a:gd name="connsiteY3" fmla="*/ 3245793 h 3245793"/>
              <a:gd name="connsiteX4" fmla="*/ 0 w 2734279"/>
              <a:gd name="connsiteY4" fmla="*/ 0 h 3245793"/>
              <a:gd name="connsiteX0" fmla="*/ 0 w 2734279"/>
              <a:gd name="connsiteY0" fmla="*/ 0 h 3245793"/>
              <a:gd name="connsiteX1" fmla="*/ 2734279 w 2734279"/>
              <a:gd name="connsiteY1" fmla="*/ 0 h 3245793"/>
              <a:gd name="connsiteX2" fmla="*/ 1897782 w 2734279"/>
              <a:gd name="connsiteY2" fmla="*/ 1017778 h 3245793"/>
              <a:gd name="connsiteX3" fmla="*/ 2734279 w 2734279"/>
              <a:gd name="connsiteY3" fmla="*/ 3245793 h 3245793"/>
              <a:gd name="connsiteX4" fmla="*/ 0 w 2734279"/>
              <a:gd name="connsiteY4" fmla="*/ 3245793 h 3245793"/>
              <a:gd name="connsiteX5" fmla="*/ 0 w 2734279"/>
              <a:gd name="connsiteY5" fmla="*/ 0 h 3245793"/>
              <a:gd name="connsiteX0" fmla="*/ 0 w 2734279"/>
              <a:gd name="connsiteY0" fmla="*/ 0 h 3245793"/>
              <a:gd name="connsiteX1" fmla="*/ 2734279 w 2734279"/>
              <a:gd name="connsiteY1" fmla="*/ 0 h 3245793"/>
              <a:gd name="connsiteX2" fmla="*/ 1897782 w 2734279"/>
              <a:gd name="connsiteY2" fmla="*/ 1017778 h 3245793"/>
              <a:gd name="connsiteX3" fmla="*/ 2734279 w 2734279"/>
              <a:gd name="connsiteY3" fmla="*/ 3245793 h 3245793"/>
              <a:gd name="connsiteX4" fmla="*/ 0 w 2734279"/>
              <a:gd name="connsiteY4" fmla="*/ 3245793 h 3245793"/>
              <a:gd name="connsiteX5" fmla="*/ 0 w 2734279"/>
              <a:gd name="connsiteY5" fmla="*/ 0 h 3245793"/>
              <a:gd name="connsiteX0" fmla="*/ 0 w 3121495"/>
              <a:gd name="connsiteY0" fmla="*/ 0 h 3245793"/>
              <a:gd name="connsiteX1" fmla="*/ 2734279 w 3121495"/>
              <a:gd name="connsiteY1" fmla="*/ 0 h 3245793"/>
              <a:gd name="connsiteX2" fmla="*/ 1897782 w 3121495"/>
              <a:gd name="connsiteY2" fmla="*/ 1017778 h 3245793"/>
              <a:gd name="connsiteX3" fmla="*/ 3056022 w 3121495"/>
              <a:gd name="connsiteY3" fmla="*/ 1764538 h 3245793"/>
              <a:gd name="connsiteX4" fmla="*/ 2734279 w 3121495"/>
              <a:gd name="connsiteY4" fmla="*/ 3245793 h 3245793"/>
              <a:gd name="connsiteX5" fmla="*/ 0 w 3121495"/>
              <a:gd name="connsiteY5" fmla="*/ 3245793 h 3245793"/>
              <a:gd name="connsiteX6" fmla="*/ 0 w 3121495"/>
              <a:gd name="connsiteY6" fmla="*/ 0 h 3245793"/>
              <a:gd name="connsiteX0" fmla="*/ 0 w 3094349"/>
              <a:gd name="connsiteY0" fmla="*/ 0 h 3245793"/>
              <a:gd name="connsiteX1" fmla="*/ 2734279 w 3094349"/>
              <a:gd name="connsiteY1" fmla="*/ 0 h 3245793"/>
              <a:gd name="connsiteX2" fmla="*/ 1897782 w 3094349"/>
              <a:gd name="connsiteY2" fmla="*/ 1017778 h 3245793"/>
              <a:gd name="connsiteX3" fmla="*/ 3056022 w 3094349"/>
              <a:gd name="connsiteY3" fmla="*/ 1764538 h 3245793"/>
              <a:gd name="connsiteX4" fmla="*/ 2553102 w 3094349"/>
              <a:gd name="connsiteY4" fmla="*/ 2465578 h 3245793"/>
              <a:gd name="connsiteX5" fmla="*/ 2734279 w 3094349"/>
              <a:gd name="connsiteY5" fmla="*/ 3245793 h 3245793"/>
              <a:gd name="connsiteX6" fmla="*/ 0 w 3094349"/>
              <a:gd name="connsiteY6" fmla="*/ 3245793 h 3245793"/>
              <a:gd name="connsiteX7" fmla="*/ 0 w 3094349"/>
              <a:gd name="connsiteY7" fmla="*/ 0 h 3245793"/>
              <a:gd name="connsiteX0" fmla="*/ 0 w 2916671"/>
              <a:gd name="connsiteY0" fmla="*/ 0 h 3245793"/>
              <a:gd name="connsiteX1" fmla="*/ 2734279 w 2916671"/>
              <a:gd name="connsiteY1" fmla="*/ 0 h 3245793"/>
              <a:gd name="connsiteX2" fmla="*/ 1897782 w 2916671"/>
              <a:gd name="connsiteY2" fmla="*/ 1017778 h 3245793"/>
              <a:gd name="connsiteX3" fmla="*/ 2682642 w 2916671"/>
              <a:gd name="connsiteY3" fmla="*/ 1855978 h 3245793"/>
              <a:gd name="connsiteX4" fmla="*/ 2553102 w 2916671"/>
              <a:gd name="connsiteY4" fmla="*/ 2465578 h 3245793"/>
              <a:gd name="connsiteX5" fmla="*/ 2734279 w 2916671"/>
              <a:gd name="connsiteY5" fmla="*/ 3245793 h 3245793"/>
              <a:gd name="connsiteX6" fmla="*/ 0 w 2916671"/>
              <a:gd name="connsiteY6" fmla="*/ 3245793 h 3245793"/>
              <a:gd name="connsiteX7" fmla="*/ 0 w 2916671"/>
              <a:gd name="connsiteY7" fmla="*/ 0 h 3245793"/>
              <a:gd name="connsiteX0" fmla="*/ 0 w 2772357"/>
              <a:gd name="connsiteY0" fmla="*/ 0 h 3250146"/>
              <a:gd name="connsiteX1" fmla="*/ 2734279 w 2772357"/>
              <a:gd name="connsiteY1" fmla="*/ 0 h 3250146"/>
              <a:gd name="connsiteX2" fmla="*/ 1897782 w 2772357"/>
              <a:gd name="connsiteY2" fmla="*/ 1017778 h 3250146"/>
              <a:gd name="connsiteX3" fmla="*/ 2682642 w 2772357"/>
              <a:gd name="connsiteY3" fmla="*/ 1855978 h 3250146"/>
              <a:gd name="connsiteX4" fmla="*/ 2553102 w 2772357"/>
              <a:gd name="connsiteY4" fmla="*/ 2465578 h 3250146"/>
              <a:gd name="connsiteX5" fmla="*/ 1765046 w 2772357"/>
              <a:gd name="connsiteY5" fmla="*/ 3250146 h 3250146"/>
              <a:gd name="connsiteX6" fmla="*/ 0 w 2772357"/>
              <a:gd name="connsiteY6" fmla="*/ 3245793 h 3250146"/>
              <a:gd name="connsiteX7" fmla="*/ 0 w 2772357"/>
              <a:gd name="connsiteY7" fmla="*/ 0 h 3250146"/>
              <a:gd name="connsiteX0" fmla="*/ 0 w 2734280"/>
              <a:gd name="connsiteY0" fmla="*/ 0 h 3250146"/>
              <a:gd name="connsiteX1" fmla="*/ 2734279 w 2734280"/>
              <a:gd name="connsiteY1" fmla="*/ 0 h 3250146"/>
              <a:gd name="connsiteX2" fmla="*/ 1897782 w 2734280"/>
              <a:gd name="connsiteY2" fmla="*/ 1017778 h 3250146"/>
              <a:gd name="connsiteX3" fmla="*/ 2682642 w 2734280"/>
              <a:gd name="connsiteY3" fmla="*/ 1855978 h 3250146"/>
              <a:gd name="connsiteX4" fmla="*/ 1494124 w 2734280"/>
              <a:gd name="connsiteY4" fmla="*/ 2487342 h 3250146"/>
              <a:gd name="connsiteX5" fmla="*/ 1765046 w 2734280"/>
              <a:gd name="connsiteY5" fmla="*/ 3250146 h 3250146"/>
              <a:gd name="connsiteX6" fmla="*/ 0 w 2734280"/>
              <a:gd name="connsiteY6" fmla="*/ 3245793 h 3250146"/>
              <a:gd name="connsiteX7" fmla="*/ 0 w 2734280"/>
              <a:gd name="connsiteY7" fmla="*/ 0 h 3250146"/>
              <a:gd name="connsiteX0" fmla="*/ 0 w 2734278"/>
              <a:gd name="connsiteY0" fmla="*/ 0 h 3250146"/>
              <a:gd name="connsiteX1" fmla="*/ 2734279 w 2734278"/>
              <a:gd name="connsiteY1" fmla="*/ 0 h 3250146"/>
              <a:gd name="connsiteX2" fmla="*/ 1897782 w 2734278"/>
              <a:gd name="connsiteY2" fmla="*/ 1017778 h 3250146"/>
              <a:gd name="connsiteX3" fmla="*/ 2521103 w 2734278"/>
              <a:gd name="connsiteY3" fmla="*/ 1960450 h 3250146"/>
              <a:gd name="connsiteX4" fmla="*/ 1494124 w 2734278"/>
              <a:gd name="connsiteY4" fmla="*/ 2487342 h 3250146"/>
              <a:gd name="connsiteX5" fmla="*/ 1765046 w 2734278"/>
              <a:gd name="connsiteY5" fmla="*/ 3250146 h 3250146"/>
              <a:gd name="connsiteX6" fmla="*/ 0 w 2734278"/>
              <a:gd name="connsiteY6" fmla="*/ 3245793 h 3250146"/>
              <a:gd name="connsiteX7" fmla="*/ 0 w 2734278"/>
              <a:gd name="connsiteY7" fmla="*/ 0 h 3250146"/>
              <a:gd name="connsiteX0" fmla="*/ 0 w 3147103"/>
              <a:gd name="connsiteY0" fmla="*/ 1 h 3250147"/>
              <a:gd name="connsiteX1" fmla="*/ 3147102 w 3147103"/>
              <a:gd name="connsiteY1" fmla="*/ 0 h 3250147"/>
              <a:gd name="connsiteX2" fmla="*/ 1897782 w 3147103"/>
              <a:gd name="connsiteY2" fmla="*/ 1017779 h 3250147"/>
              <a:gd name="connsiteX3" fmla="*/ 2521103 w 3147103"/>
              <a:gd name="connsiteY3" fmla="*/ 1960451 h 3250147"/>
              <a:gd name="connsiteX4" fmla="*/ 1494124 w 3147103"/>
              <a:gd name="connsiteY4" fmla="*/ 2487343 h 3250147"/>
              <a:gd name="connsiteX5" fmla="*/ 1765046 w 3147103"/>
              <a:gd name="connsiteY5" fmla="*/ 3250147 h 3250147"/>
              <a:gd name="connsiteX6" fmla="*/ 0 w 3147103"/>
              <a:gd name="connsiteY6" fmla="*/ 3245794 h 3250147"/>
              <a:gd name="connsiteX7" fmla="*/ 0 w 3147103"/>
              <a:gd name="connsiteY7" fmla="*/ 1 h 3250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47103" h="3250147">
                <a:moveTo>
                  <a:pt x="0" y="1"/>
                </a:moveTo>
                <a:lnTo>
                  <a:pt x="3147102" y="0"/>
                </a:lnTo>
                <a:cubicBezTo>
                  <a:pt x="3145130" y="268139"/>
                  <a:pt x="1899754" y="749640"/>
                  <a:pt x="1897782" y="1017779"/>
                </a:cubicBezTo>
                <a:cubicBezTo>
                  <a:pt x="1830756" y="1427439"/>
                  <a:pt x="2381687" y="1589115"/>
                  <a:pt x="2521103" y="1960451"/>
                </a:cubicBezTo>
                <a:cubicBezTo>
                  <a:pt x="2721763" y="2208101"/>
                  <a:pt x="1620133" y="2272394"/>
                  <a:pt x="1494124" y="2487343"/>
                </a:cubicBezTo>
                <a:cubicBezTo>
                  <a:pt x="1368115" y="2702292"/>
                  <a:pt x="2282003" y="3126461"/>
                  <a:pt x="1765046" y="3250147"/>
                </a:cubicBezTo>
                <a:lnTo>
                  <a:pt x="0" y="3245794"/>
                </a:lnTo>
                <a:lnTo>
                  <a:pt x="0" y="1"/>
                </a:lnTo>
                <a:close/>
              </a:path>
            </a:pathLst>
          </a:custGeom>
          <a:solidFill>
            <a:srgbClr val="003E79">
              <a:alpha val="42000"/>
            </a:srgbClr>
          </a:solidFill>
          <a:ln>
            <a:noFill/>
          </a:ln>
          <a:effectLst>
            <a:glow rad="50800">
              <a:srgbClr val="381C38">
                <a:alpha val="22000"/>
              </a:srgbClr>
            </a:glow>
            <a:outerShdw blurRad="50800" dist="50800" dir="5400000" algn="ctr" rotWithShape="0">
              <a:srgbClr val="000000">
                <a:alpha val="14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29FED5A-339D-9E23-D5E4-03DC999C75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345" y="4404512"/>
            <a:ext cx="7162800" cy="1276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214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1885</TotalTime>
  <Words>1</Words>
  <Application>Microsoft Office PowerPoint</Application>
  <PresentationFormat>Widescreen</PresentationFormat>
  <Paragraphs>1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Adrian-Ștefan Tomoiagă</dc:creator>
  <cp:lastModifiedBy>Adrian-Ștefan Tomoiagă</cp:lastModifiedBy>
  <cp:revision>5</cp:revision>
  <dcterms:created xsi:type="dcterms:W3CDTF">2026-07-13T05:51:20Z</dcterms:created>
  <dcterms:modified xsi:type="dcterms:W3CDTF">2026-07-15T18:00:32Z</dcterms:modified>
</cp:coreProperties>
</file>