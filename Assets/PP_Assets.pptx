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4B65"/>
    <a:srgbClr val="394860"/>
    <a:srgbClr val="FF9B00"/>
    <a:srgbClr val="FFFF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BFF3-1950-3EEC-8E6A-949456BFD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8D876-8421-A662-56D1-4F99A5EBA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10D6-83C6-74B7-7EE9-1F7A5389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AE6A-5F3A-F575-F9E2-E529C3E1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AF3D7-BC21-00FF-A8D4-134E1132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7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B86-7827-97B4-1BD0-55CADEF4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5A13-8C7B-1B73-277A-5715A4D4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E921D-2728-7629-D2E8-7E591843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408F1-F86A-2C88-6D0C-F7704746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6ACB1-0810-4F5E-56EA-9CCA5616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2855-ED22-FE81-4286-63CF7187A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74ED6-E5DD-18FF-FAD5-3E0AE4FDA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B6B2C-F796-2FC5-E7D7-ED12A1C3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94A0D-D45A-9D82-07C2-87880366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867C2-B514-E142-0D35-66266B94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56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5863-CE53-DBD0-BCCA-31A53200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6EA97-432A-BD5C-4A89-2A9697EA0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7A562-C070-829D-8983-ACE6849FA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5A474-983E-C97A-6237-9013751C0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F44DE-81E0-B853-4ACA-7681AF91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12BF8-4249-1825-424A-15855C95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C55-E6D9-C862-CECF-259F9F0B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247FE-48AF-0082-2511-2ABC1FE4B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CA68C-E027-6F5B-AD48-396212DE9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7E30E-9B07-228C-71C4-BE2634505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AF04FB-8FA3-65F8-DC38-7D8B4B0F8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C4C16-B2D7-463D-D451-DC9775FB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73263-1A4D-296F-B30A-CC0825FD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4EF52-747C-2880-5584-21002DC3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2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07C7-ADAC-F97B-F4EF-6AFB640A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CD6720-8E62-105B-25EA-513A4828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14C4-6A7B-9BA0-0993-88A5ABEE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C4105-A260-C308-992D-60287D5E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8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D6B51-AC8C-C76F-8BF5-8FAAF84D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8EB8E-7B95-CA6A-DA58-0D290E89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4B131-5928-76B0-875B-68B82268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2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261E-6DE9-6C4C-6C9C-B2E11D4A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E452-0332-2BA4-030A-BE0EAD4FE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65388-6596-B25C-160B-B7512542B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F6B06-D3E1-4A1B-5DD5-D39B7573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355D2-0170-9E67-4E37-35A6131D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B069F-B680-9501-73F6-8602D30D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7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861E-DC23-139C-A771-3041EC35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D9628-BC5A-AAFD-C224-2A6DCC321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CE99C-A7EB-AAC7-B476-CC5EFD12D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0F660-F2E5-0D28-AAC0-023DC3E3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6DAEE-0FCA-CA0E-79B2-8DCF58E9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F6340-17C6-0186-21EE-0BE244D3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8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E6B1-EC0E-B0A7-BAF6-3C58AE23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D9B6B-1C6A-3C22-7D33-DDBFFD021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8059E-E68E-704B-F8D4-A587D826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B7131-15AD-CD5B-0129-8878D74C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EC0DF-5B8D-13F1-D986-E7172F0A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1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0C194-2B5F-D367-E0CC-14C86F0AD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DF93-CF9F-9BE8-F782-BC68491FE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688A-ED53-F5F9-5CDF-3D19F613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B5AB-F923-A8A1-C70F-69DFB282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4DC8-6A96-01AB-2ED7-5F98BDD0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1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8722E-2DE8-68DA-2547-9AC38B72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40FA7-CDFD-D146-31D0-343ECF702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9C4CD-7D7A-4AAD-7234-CBBF74AF9B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29C5A-4FD0-4B2A-89BA-C4E525CF244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D25D8-A0FE-A87B-9C7E-2489AA6D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EDA03-3DB7-2AF9-ABFE-84ECC849A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E235C-CC6C-4E0E-82F9-788E2B7E1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8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AC2210-8DF2-A207-8C1A-FF4207BA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4" y="216103"/>
            <a:ext cx="11529092" cy="2351443"/>
          </a:xfrm>
          <a:prstGeom prst="rect">
            <a:avLst/>
          </a:prstGeom>
        </p:spPr>
      </p:pic>
      <p:pic>
        <p:nvPicPr>
          <p:cNvPr id="5" name="Picture 4" descr="A blue and white text&#10;&#10;AI-generated content may be incorrect.">
            <a:extLst>
              <a:ext uri="{FF2B5EF4-FFF2-40B4-BE49-F238E27FC236}">
                <a16:creationId xmlns:a16="http://schemas.microsoft.com/office/drawing/2014/main" id="{DAE01E77-603E-76DF-A4BA-F9AEDDD0F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44" y="2687849"/>
            <a:ext cx="3034921" cy="1701587"/>
          </a:xfrm>
          <a:prstGeom prst="rect">
            <a:avLst/>
          </a:prstGeom>
        </p:spPr>
      </p:pic>
      <p:sp>
        <p:nvSpPr>
          <p:cNvPr id="6" name="Graphic 9">
            <a:extLst>
              <a:ext uri="{FF2B5EF4-FFF2-40B4-BE49-F238E27FC236}">
                <a16:creationId xmlns:a16="http://schemas.microsoft.com/office/drawing/2014/main" id="{05420515-5F28-32A2-587D-861285F7BAFA}"/>
              </a:ext>
            </a:extLst>
          </p:cNvPr>
          <p:cNvSpPr/>
          <p:nvPr/>
        </p:nvSpPr>
        <p:spPr>
          <a:xfrm>
            <a:off x="837811" y="3059922"/>
            <a:ext cx="498763" cy="600363"/>
          </a:xfrm>
          <a:custGeom>
            <a:avLst/>
            <a:gdLst>
              <a:gd name="connsiteX0" fmla="*/ 656939 w 710522"/>
              <a:gd name="connsiteY0" fmla="*/ 320367 h 788553"/>
              <a:gd name="connsiteX1" fmla="*/ 656939 w 710522"/>
              <a:gd name="connsiteY1" fmla="*/ 468038 h 788553"/>
              <a:gd name="connsiteX2" fmla="*/ 128484 w 710522"/>
              <a:gd name="connsiteY2" fmla="*/ 771103 h 788553"/>
              <a:gd name="connsiteX3" fmla="*/ -245 w 710522"/>
              <a:gd name="connsiteY3" fmla="*/ 696469 h 788553"/>
              <a:gd name="connsiteX4" fmla="*/ -245 w 710522"/>
              <a:gd name="connsiteY4" fmla="*/ 91863 h 788553"/>
              <a:gd name="connsiteX5" fmla="*/ 128484 w 710522"/>
              <a:gd name="connsiteY5" fmla="*/ 17306 h 78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22" h="788553">
                <a:moveTo>
                  <a:pt x="656939" y="320367"/>
                </a:moveTo>
                <a:cubicBezTo>
                  <a:pt x="728056" y="361151"/>
                  <a:pt x="728056" y="427244"/>
                  <a:pt x="656939" y="468038"/>
                </a:cubicBezTo>
                <a:lnTo>
                  <a:pt x="128484" y="771103"/>
                </a:lnTo>
                <a:cubicBezTo>
                  <a:pt x="57392" y="811845"/>
                  <a:pt x="-245" y="778481"/>
                  <a:pt x="-245" y="696469"/>
                </a:cubicBezTo>
                <a:lnTo>
                  <a:pt x="-245" y="91863"/>
                </a:lnTo>
                <a:cubicBezTo>
                  <a:pt x="-245" y="9933"/>
                  <a:pt x="57392" y="-23474"/>
                  <a:pt x="128484" y="17306"/>
                </a:cubicBezTo>
                <a:close/>
              </a:path>
            </a:pathLst>
          </a:custGeom>
          <a:solidFill>
            <a:srgbClr val="3B4B65"/>
          </a:solidFill>
          <a:ln w="123825" cap="flat">
            <a:solidFill>
              <a:srgbClr val="FFFFFF"/>
            </a:solidFill>
            <a:prstDash val="solid"/>
            <a:miter/>
          </a:ln>
          <a:effectLst>
            <a:outerShdw blurRad="50800" dist="50800" dir="5400000" algn="ctr" rotWithShape="0">
              <a:srgbClr val="000000">
                <a:alpha val="72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92EA618-356D-8409-449B-68DA82C37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45" y="4462606"/>
            <a:ext cx="5485713" cy="170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CE14DF3-87A1-62DE-729A-007B9C9E13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236" y="4618181"/>
            <a:ext cx="1139914" cy="113320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6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229487-9C9B-80C1-B89D-4684D7EE80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8496" y="2795134"/>
            <a:ext cx="3034921" cy="16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6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6AFF-5C80-8119-4FED-492D0FFA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C2D620-1FFF-55D5-9E04-D2CC4D44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149" y="4462606"/>
            <a:ext cx="5488991" cy="17015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6F9453-50BE-9FBD-B3F0-3E370D9E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96" y="2795134"/>
            <a:ext cx="3034921" cy="1630887"/>
          </a:xfrm>
          <a:prstGeom prst="rect">
            <a:avLst/>
          </a:prstGeom>
        </p:spPr>
      </p:pic>
      <p:sp>
        <p:nvSpPr>
          <p:cNvPr id="6" name="Graphic 9">
            <a:extLst>
              <a:ext uri="{FF2B5EF4-FFF2-40B4-BE49-F238E27FC236}">
                <a16:creationId xmlns:a16="http://schemas.microsoft.com/office/drawing/2014/main" id="{F6DCAB0D-45D7-C5E9-3FD8-13EEECAE779B}"/>
              </a:ext>
            </a:extLst>
          </p:cNvPr>
          <p:cNvSpPr/>
          <p:nvPr/>
        </p:nvSpPr>
        <p:spPr>
          <a:xfrm>
            <a:off x="837811" y="3059922"/>
            <a:ext cx="498763" cy="600363"/>
          </a:xfrm>
          <a:custGeom>
            <a:avLst/>
            <a:gdLst>
              <a:gd name="connsiteX0" fmla="*/ 656939 w 710522"/>
              <a:gd name="connsiteY0" fmla="*/ 320367 h 788553"/>
              <a:gd name="connsiteX1" fmla="*/ 656939 w 710522"/>
              <a:gd name="connsiteY1" fmla="*/ 468038 h 788553"/>
              <a:gd name="connsiteX2" fmla="*/ 128484 w 710522"/>
              <a:gd name="connsiteY2" fmla="*/ 771103 h 788553"/>
              <a:gd name="connsiteX3" fmla="*/ -245 w 710522"/>
              <a:gd name="connsiteY3" fmla="*/ 696469 h 788553"/>
              <a:gd name="connsiteX4" fmla="*/ -245 w 710522"/>
              <a:gd name="connsiteY4" fmla="*/ 91863 h 788553"/>
              <a:gd name="connsiteX5" fmla="*/ 128484 w 710522"/>
              <a:gd name="connsiteY5" fmla="*/ 17306 h 78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22" h="788553">
                <a:moveTo>
                  <a:pt x="656939" y="320367"/>
                </a:moveTo>
                <a:cubicBezTo>
                  <a:pt x="728056" y="361151"/>
                  <a:pt x="728056" y="427244"/>
                  <a:pt x="656939" y="468038"/>
                </a:cubicBezTo>
                <a:lnTo>
                  <a:pt x="128484" y="771103"/>
                </a:lnTo>
                <a:cubicBezTo>
                  <a:pt x="57392" y="811845"/>
                  <a:pt x="-245" y="778481"/>
                  <a:pt x="-245" y="696469"/>
                </a:cubicBezTo>
                <a:lnTo>
                  <a:pt x="-245" y="91863"/>
                </a:lnTo>
                <a:cubicBezTo>
                  <a:pt x="-245" y="9933"/>
                  <a:pt x="57392" y="-23474"/>
                  <a:pt x="128484" y="17306"/>
                </a:cubicBezTo>
                <a:close/>
              </a:path>
            </a:pathLst>
          </a:custGeom>
          <a:solidFill>
            <a:srgbClr val="3B4B65"/>
          </a:solidFill>
          <a:ln w="123825" cap="flat">
            <a:solidFill>
              <a:srgbClr val="FFFFFF"/>
            </a:solidFill>
            <a:prstDash val="solid"/>
            <a:miter/>
          </a:ln>
          <a:effectLst>
            <a:outerShdw blurRad="50800" dist="50800" dir="5400000" algn="ctr" rotWithShape="0">
              <a:srgbClr val="000000">
                <a:alpha val="72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E031BCF-6E49-52DD-8156-DCA8B77CB9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236" y="4618181"/>
            <a:ext cx="1139914" cy="113320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6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F8FD47-1F68-558C-2B57-5EB24EE4C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54" y="228844"/>
            <a:ext cx="11529092" cy="235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68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Adrian-Ștefan Tomoiagă</dc:creator>
  <cp:lastModifiedBy>Adrian-Ștefan Tomoiagă</cp:lastModifiedBy>
  <cp:revision>1</cp:revision>
  <dcterms:created xsi:type="dcterms:W3CDTF">2026-07-13T05:51:20Z</dcterms:created>
  <dcterms:modified xsi:type="dcterms:W3CDTF">2026-07-13T07:22:09Z</dcterms:modified>
</cp:coreProperties>
</file>